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0"/>
  </p:normalViewPr>
  <p:slideViewPr>
    <p:cSldViewPr snapToGrid="0">
      <p:cViewPr>
        <p:scale>
          <a:sx n="96" d="100"/>
          <a:sy n="96" d="100"/>
        </p:scale>
        <p:origin x="1352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">
            <a:extLst>
              <a:ext uri="{FF2B5EF4-FFF2-40B4-BE49-F238E27FC236}">
                <a16:creationId xmlns:a16="http://schemas.microsoft.com/office/drawing/2014/main" id="{F3DA24B2-0ECF-41AE-80FC-2F0278021109}"/>
              </a:ext>
            </a:extLst>
          </p:cNvPr>
          <p:cNvSpPr>
            <a:spLocks noGrp="1"/>
          </p:cNvSpPr>
          <p:nvPr/>
        </p:nvSpPr>
        <p:spPr>
          <a:xfrm>
            <a:off x="323850" y="13335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l">
              <a:defRPr sz="18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Calcium imaging pipeline workflow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0E75619-ECF8-4478-A922-8A6652B9F16B}"/>
              </a:ext>
            </a:extLst>
          </p:cNvPr>
          <p:cNvSpPr>
            <a:spLocks noGrp="1"/>
          </p:cNvSpPr>
          <p:nvPr/>
        </p:nvSpPr>
        <p:spPr>
          <a:xfrm>
            <a:off x="5334000" y="161925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l">
              <a:defRPr sz="938" b="0">
                <a:solidFill>
                  <a:srgbClr val="5E6B7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E6B76"/>
                </a:solidFill>
                <a:latin typeface="Arial"/>
                <a:ea typeface="Arial"/>
                <a:cs typeface="Arial"/>
              </a:rPr>
              <a:t>candidate ROI -&gt; human final ROI -&gt; re-extracted ΔF/F -&gt; population report</a:t>
            </a:r>
          </a:p>
        </p:txBody>
      </p:sp>
      <p:sp>
        <p:nvSpPr>
          <p:cNvPr id="3" name="legend-main">
            <a:extLst>
              <a:ext uri="{FF2B5EF4-FFF2-40B4-BE49-F238E27FC236}">
                <a16:creationId xmlns:a16="http://schemas.microsoft.com/office/drawing/2014/main" id="{AA415D65-18C6-4C84-9F60-66EBC068DB1B}"/>
              </a:ext>
            </a:extLst>
          </p:cNvPr>
          <p:cNvSpPr>
            <a:spLocks noGrp="1"/>
          </p:cNvSpPr>
          <p:nvPr/>
        </p:nvSpPr>
        <p:spPr>
          <a:xfrm>
            <a:off x="10001250" y="266700"/>
            <a:ext cx="514350" cy="953"/>
          </a:xfrm>
          <a:prstGeom prst="line">
            <a:avLst/>
          </a:prstGeom>
          <a:noFill/>
          <a:ln w="28575">
            <a:solidFill>
              <a:srgbClr val="263B4A"/>
            </a:solidFill>
            <a:prstDash val="solid"/>
          </a:ln>
        </p:spPr>
      </p:sp>
      <p:sp>
        <p:nvSpPr>
          <p:cNvPr id="4" name="legend-main-head">
            <a:extLst>
              <a:ext uri="{FF2B5EF4-FFF2-40B4-BE49-F238E27FC236}">
                <a16:creationId xmlns:a16="http://schemas.microsoft.com/office/drawing/2014/main" id="{E422374E-8B9B-4FF3-A666-026BF5799C40}"/>
              </a:ext>
            </a:extLst>
          </p:cNvPr>
          <p:cNvSpPr>
            <a:spLocks noGrp="1"/>
          </p:cNvSpPr>
          <p:nvPr/>
        </p:nvSpPr>
        <p:spPr>
          <a:xfrm>
            <a:off x="10448925" y="219075"/>
            <a:ext cx="171450" cy="95250"/>
          </a:xfrm>
          <a:prstGeom prst="rightArrow">
            <a:avLst/>
          </a:prstGeom>
          <a:solidFill>
            <a:srgbClr val="263B4A"/>
          </a:solidFill>
          <a:ln w="0">
            <a:solidFill>
              <a:srgbClr val="263B4A"/>
            </a:solidFill>
            <a:prstDash val="solid"/>
          </a:ln>
        </p:spPr>
      </p:sp>
      <p:sp>
        <p:nvSpPr>
          <p:cNvPr id="5" name="legend-main-text">
            <a:extLst>
              <a:ext uri="{FF2B5EF4-FFF2-40B4-BE49-F238E27FC236}">
                <a16:creationId xmlns:a16="http://schemas.microsoft.com/office/drawing/2014/main" id="{55737234-8028-4554-8F72-7AFF145A0EB3}"/>
              </a:ext>
            </a:extLst>
          </p:cNvPr>
          <p:cNvSpPr>
            <a:spLocks noGrp="1"/>
          </p:cNvSpPr>
          <p:nvPr/>
        </p:nvSpPr>
        <p:spPr>
          <a:xfrm>
            <a:off x="10591800" y="1714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l">
              <a:defRPr sz="713" b="0">
                <a:solidFill>
                  <a:srgbClr val="5E6B76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5E6B76"/>
                </a:solidFill>
                <a:latin typeface="Arial"/>
                <a:ea typeface="Arial"/>
                <a:cs typeface="Arial"/>
              </a:rPr>
              <a:t>main</a:t>
            </a:r>
          </a:p>
        </p:txBody>
      </p:sp>
      <p:sp>
        <p:nvSpPr>
          <p:cNvPr id="6" name="legend-aux">
            <a:extLst>
              <a:ext uri="{FF2B5EF4-FFF2-40B4-BE49-F238E27FC236}">
                <a16:creationId xmlns:a16="http://schemas.microsoft.com/office/drawing/2014/main" id="{2A7F06E5-46D9-441F-B103-E09E3DF2FB41}"/>
              </a:ext>
            </a:extLst>
          </p:cNvPr>
          <p:cNvSpPr>
            <a:spLocks noGrp="1"/>
          </p:cNvSpPr>
          <p:nvPr/>
        </p:nvSpPr>
        <p:spPr>
          <a:xfrm>
            <a:off x="11049000" y="266700"/>
            <a:ext cx="419100" cy="953"/>
          </a:xfrm>
          <a:prstGeom prst="line">
            <a:avLst/>
          </a:prstGeom>
          <a:noFill/>
          <a:ln w="12383">
            <a:solidFill>
              <a:srgbClr val="718096"/>
            </a:solidFill>
            <a:prstDash val="solid"/>
          </a:ln>
        </p:spPr>
      </p:sp>
      <p:sp>
        <p:nvSpPr>
          <p:cNvPr id="7" name="legend-aux-head">
            <a:extLst>
              <a:ext uri="{FF2B5EF4-FFF2-40B4-BE49-F238E27FC236}">
                <a16:creationId xmlns:a16="http://schemas.microsoft.com/office/drawing/2014/main" id="{689FE62F-3C33-42B4-8B8A-BACC5317B4F3}"/>
              </a:ext>
            </a:extLst>
          </p:cNvPr>
          <p:cNvSpPr>
            <a:spLocks noGrp="1"/>
          </p:cNvSpPr>
          <p:nvPr/>
        </p:nvSpPr>
        <p:spPr>
          <a:xfrm>
            <a:off x="11410950" y="228600"/>
            <a:ext cx="133350" cy="76200"/>
          </a:xfrm>
          <a:prstGeom prst="rightArrow">
            <a:avLst/>
          </a:prstGeom>
          <a:solidFill>
            <a:srgbClr val="718096"/>
          </a:solidFill>
          <a:ln w="0">
            <a:solidFill>
              <a:srgbClr val="718096"/>
            </a:solidFill>
            <a:prstDash val="solid"/>
          </a:ln>
        </p:spPr>
      </p:sp>
      <p:sp>
        <p:nvSpPr>
          <p:cNvPr id="8" name="legend-aux-text">
            <a:extLst>
              <a:ext uri="{FF2B5EF4-FFF2-40B4-BE49-F238E27FC236}">
                <a16:creationId xmlns:a16="http://schemas.microsoft.com/office/drawing/2014/main" id="{3562CA27-1EB4-407F-85A7-2914848B81D9}"/>
              </a:ext>
            </a:extLst>
          </p:cNvPr>
          <p:cNvSpPr>
            <a:spLocks noGrp="1"/>
          </p:cNvSpPr>
          <p:nvPr/>
        </p:nvSpPr>
        <p:spPr>
          <a:xfrm>
            <a:off x="11572875" y="171450"/>
            <a:ext cx="609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l">
              <a:defRPr sz="690" b="0">
                <a:solidFill>
                  <a:srgbClr val="5E6B76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5E6B76"/>
                </a:solidFill>
                <a:latin typeface="Arial"/>
                <a:ea typeface="Arial"/>
                <a:cs typeface="Arial"/>
              </a:rPr>
              <a:t>dependency</a:t>
            </a:r>
          </a:p>
        </p:txBody>
      </p:sp>
      <p:sp>
        <p:nvSpPr>
          <p:cNvPr id="9" name="premanual-bg">
            <a:extLst>
              <a:ext uri="{FF2B5EF4-FFF2-40B4-BE49-F238E27FC236}">
                <a16:creationId xmlns:a16="http://schemas.microsoft.com/office/drawing/2014/main" id="{E6F51166-E378-493D-89AB-E27A927A8254}"/>
              </a:ext>
            </a:extLst>
          </p:cNvPr>
          <p:cNvSpPr>
            <a:spLocks noGrp="1"/>
          </p:cNvSpPr>
          <p:nvPr/>
        </p:nvSpPr>
        <p:spPr>
          <a:xfrm>
            <a:off x="228600" y="514350"/>
            <a:ext cx="11734800" cy="1752600"/>
          </a:xfrm>
          <a:prstGeom prst="roundRect">
            <a:avLst>
              <a:gd name="adj" fmla="val 4891"/>
            </a:avLst>
          </a:prstGeom>
          <a:solidFill>
            <a:srgbClr val="EAF4FF"/>
          </a:solidFill>
          <a:ln w="10478">
            <a:solidFill>
              <a:srgbClr val="A9CDED"/>
            </a:solidFill>
            <a:prstDash val="solid"/>
          </a:ln>
        </p:spPr>
      </p:sp>
      <p:sp>
        <p:nvSpPr>
          <p:cNvPr id="10" name="manual-bg">
            <a:extLst>
              <a:ext uri="{FF2B5EF4-FFF2-40B4-BE49-F238E27FC236}">
                <a16:creationId xmlns:a16="http://schemas.microsoft.com/office/drawing/2014/main" id="{5777406E-0468-49C8-BFB8-1F47436667DA}"/>
              </a:ext>
            </a:extLst>
          </p:cNvPr>
          <p:cNvSpPr>
            <a:spLocks noGrp="1"/>
          </p:cNvSpPr>
          <p:nvPr/>
        </p:nvSpPr>
        <p:spPr>
          <a:xfrm>
            <a:off x="228600" y="2381250"/>
            <a:ext cx="11734800" cy="1657350"/>
          </a:xfrm>
          <a:prstGeom prst="roundRect">
            <a:avLst>
              <a:gd name="adj" fmla="val 5172"/>
            </a:avLst>
          </a:prstGeom>
          <a:solidFill>
            <a:srgbClr val="FFF2E3"/>
          </a:solidFill>
          <a:ln w="10478">
            <a:solidFill>
              <a:srgbClr val="F5BE78"/>
            </a:solidFill>
            <a:prstDash val="solid"/>
          </a:ln>
        </p:spPr>
      </p:sp>
      <p:sp>
        <p:nvSpPr>
          <p:cNvPr id="11" name="postmanual-bg">
            <a:extLst>
              <a:ext uri="{FF2B5EF4-FFF2-40B4-BE49-F238E27FC236}">
                <a16:creationId xmlns:a16="http://schemas.microsoft.com/office/drawing/2014/main" id="{AA1D529D-E7B2-42F0-BAB9-2DD443F9F066}"/>
              </a:ext>
            </a:extLst>
          </p:cNvPr>
          <p:cNvSpPr>
            <a:spLocks noGrp="1"/>
          </p:cNvSpPr>
          <p:nvPr/>
        </p:nvSpPr>
        <p:spPr>
          <a:xfrm>
            <a:off x="228600" y="4171950"/>
            <a:ext cx="11734800" cy="2324100"/>
          </a:xfrm>
          <a:prstGeom prst="roundRect">
            <a:avLst>
              <a:gd name="adj" fmla="val 3689"/>
            </a:avLst>
          </a:prstGeom>
          <a:solidFill>
            <a:srgbClr val="EBF8EF"/>
          </a:solidFill>
          <a:ln w="10478">
            <a:solidFill>
              <a:srgbClr val="A7D9B7"/>
            </a:solidFill>
            <a:prstDash val="solid"/>
          </a:ln>
        </p:spPr>
      </p:sp>
      <p:sp>
        <p:nvSpPr>
          <p:cNvPr id="12" name="label-premanual">
            <a:extLst>
              <a:ext uri="{FF2B5EF4-FFF2-40B4-BE49-F238E27FC236}">
                <a16:creationId xmlns:a16="http://schemas.microsoft.com/office/drawing/2014/main" id="{F409CA31-83C2-4D5A-ABCB-6027E63E6180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914400" cy="419100"/>
          </a:xfrm>
          <a:prstGeom prst="roundRect">
            <a:avLst>
              <a:gd name="adj" fmla="val 15909"/>
            </a:avLst>
          </a:prstGeom>
          <a:solidFill>
            <a:srgbClr val="D8EBFC"/>
          </a:solidFill>
          <a:ln w="9525">
            <a:solidFill>
              <a:srgbClr val="2E78B7"/>
            </a:solidFill>
            <a:prstDash val="solid"/>
          </a:ln>
        </p:spPr>
      </p:sp>
      <p:sp>
        <p:nvSpPr>
          <p:cNvPr id="13" name="label-premanual-text">
            <a:extLst>
              <a:ext uri="{FF2B5EF4-FFF2-40B4-BE49-F238E27FC236}">
                <a16:creationId xmlns:a16="http://schemas.microsoft.com/office/drawing/2014/main" id="{E46CB3B5-5A45-4D24-B039-9AE1ABF40E86}"/>
              </a:ext>
            </a:extLst>
          </p:cNvPr>
          <p:cNvSpPr>
            <a:spLocks noGrp="1"/>
          </p:cNvSpPr>
          <p:nvPr/>
        </p:nvSpPr>
        <p:spPr>
          <a:xfrm>
            <a:off x="457200" y="80010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975" b="1">
                <a:solidFill>
                  <a:srgbClr val="2E78B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8B7"/>
                </a:solidFill>
                <a:latin typeface="Arial"/>
                <a:ea typeface="Arial"/>
                <a:cs typeface="Arial"/>
              </a:rPr>
              <a:t>Premanual</a:t>
            </a:r>
          </a:p>
        </p:txBody>
      </p:sp>
      <p:sp>
        <p:nvSpPr>
          <p:cNvPr id="14" name="label-manual">
            <a:extLst>
              <a:ext uri="{FF2B5EF4-FFF2-40B4-BE49-F238E27FC236}">
                <a16:creationId xmlns:a16="http://schemas.microsoft.com/office/drawing/2014/main" id="{773ECC5F-E275-45FD-981E-068A3371ED0B}"/>
              </a:ext>
            </a:extLst>
          </p:cNvPr>
          <p:cNvSpPr>
            <a:spLocks noGrp="1"/>
          </p:cNvSpPr>
          <p:nvPr/>
        </p:nvSpPr>
        <p:spPr>
          <a:xfrm>
            <a:off x="400050" y="2686050"/>
            <a:ext cx="914400" cy="419100"/>
          </a:xfrm>
          <a:prstGeom prst="roundRect">
            <a:avLst>
              <a:gd name="adj" fmla="val 15909"/>
            </a:avLst>
          </a:prstGeom>
          <a:solidFill>
            <a:srgbClr val="FBE1C3"/>
          </a:solidFill>
          <a:ln w="9525">
            <a:solidFill>
              <a:srgbClr val="C06B24"/>
            </a:solidFill>
            <a:prstDash val="solid"/>
          </a:ln>
        </p:spPr>
      </p:sp>
      <p:sp>
        <p:nvSpPr>
          <p:cNvPr id="15" name="label-manual-text">
            <a:extLst>
              <a:ext uri="{FF2B5EF4-FFF2-40B4-BE49-F238E27FC236}">
                <a16:creationId xmlns:a16="http://schemas.microsoft.com/office/drawing/2014/main" id="{070DC5B1-A7DE-4347-B24E-E9F15A07EDEC}"/>
              </a:ext>
            </a:extLst>
          </p:cNvPr>
          <p:cNvSpPr>
            <a:spLocks noGrp="1"/>
          </p:cNvSpPr>
          <p:nvPr/>
        </p:nvSpPr>
        <p:spPr>
          <a:xfrm>
            <a:off x="457200" y="276225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1050" b="1">
                <a:solidFill>
                  <a:srgbClr val="C06B2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06B24"/>
                </a:solidFill>
                <a:latin typeface="Arial"/>
                <a:ea typeface="Arial"/>
                <a:cs typeface="Arial"/>
              </a:rPr>
              <a:t>Manual</a:t>
            </a:r>
          </a:p>
        </p:txBody>
      </p:sp>
      <p:sp>
        <p:nvSpPr>
          <p:cNvPr id="16" name="label-postmanual">
            <a:extLst>
              <a:ext uri="{FF2B5EF4-FFF2-40B4-BE49-F238E27FC236}">
                <a16:creationId xmlns:a16="http://schemas.microsoft.com/office/drawing/2014/main" id="{C1E44038-7625-4250-82E7-0E1602E9935F}"/>
              </a:ext>
            </a:extLst>
          </p:cNvPr>
          <p:cNvSpPr>
            <a:spLocks noGrp="1"/>
          </p:cNvSpPr>
          <p:nvPr/>
        </p:nvSpPr>
        <p:spPr>
          <a:xfrm>
            <a:off x="400050" y="4476750"/>
            <a:ext cx="914400" cy="419100"/>
          </a:xfrm>
          <a:prstGeom prst="roundRect">
            <a:avLst>
              <a:gd name="adj" fmla="val 15909"/>
            </a:avLst>
          </a:prstGeom>
          <a:solidFill>
            <a:srgbClr val="D9F1E1"/>
          </a:solidFill>
          <a:ln w="9525">
            <a:solidFill>
              <a:srgbClr val="2D8C57"/>
            </a:solidFill>
            <a:prstDash val="solid"/>
          </a:ln>
        </p:spPr>
      </p:sp>
      <p:sp>
        <p:nvSpPr>
          <p:cNvPr id="17" name="label-postmanual-text">
            <a:extLst>
              <a:ext uri="{FF2B5EF4-FFF2-40B4-BE49-F238E27FC236}">
                <a16:creationId xmlns:a16="http://schemas.microsoft.com/office/drawing/2014/main" id="{40C43606-F268-4EE3-84F4-0C72E8567BE9}"/>
              </a:ext>
            </a:extLst>
          </p:cNvPr>
          <p:cNvSpPr>
            <a:spLocks noGrp="1"/>
          </p:cNvSpPr>
          <p:nvPr/>
        </p:nvSpPr>
        <p:spPr>
          <a:xfrm>
            <a:off x="457200" y="455295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975" b="1">
                <a:solidFill>
                  <a:srgbClr val="2D8C5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D8C57"/>
                </a:solidFill>
                <a:latin typeface="Arial"/>
                <a:ea typeface="Arial"/>
                <a:cs typeface="Arial"/>
              </a:rPr>
              <a:t>Postmanual</a:t>
            </a:r>
          </a:p>
        </p:txBody>
      </p:sp>
      <p:cxnSp>
        <p:nvCxnSpPr>
          <p:cNvPr id="333" name="直线箭头连接符 332"/>
          <p:cNvCxnSpPr>
            <a:stCxn id="12" idx="2"/>
            <a:endCxn id="14" idx="0"/>
          </p:cNvCxnSpPr>
          <p:nvPr/>
        </p:nvCxnSpPr>
        <p:spPr>
          <a:xfrm>
            <a:off x="857250" y="1143000"/>
            <a:ext cx="0" cy="1543050"/>
          </a:xfrm>
          <a:prstGeom prst="straightConnector1">
            <a:avLst/>
          </a:prstGeom>
          <a:ln w="24765">
            <a:solidFill>
              <a:srgbClr val="263B4A"/>
            </a:solidFill>
            <a:prstDash val="solid"/>
            <a:headEnd type="triangle" w="sm" len="sm"/>
          </a:ln>
        </p:spPr>
      </p:cxnSp>
      <p:cxnSp>
        <p:nvCxnSpPr>
          <p:cNvPr id="334" name="直线箭头连接符 333"/>
          <p:cNvCxnSpPr>
            <a:stCxn id="14" idx="2"/>
            <a:endCxn id="16" idx="0"/>
          </p:cNvCxnSpPr>
          <p:nvPr/>
        </p:nvCxnSpPr>
        <p:spPr>
          <a:xfrm>
            <a:off x="857250" y="3105150"/>
            <a:ext cx="0" cy="1371600"/>
          </a:xfrm>
          <a:prstGeom prst="straightConnector1">
            <a:avLst/>
          </a:prstGeom>
          <a:ln w="24765">
            <a:solidFill>
              <a:srgbClr val="263B4A"/>
            </a:solidFill>
            <a:prstDash val="solid"/>
            <a:headEnd type="triangle" w="sm" len="sm"/>
          </a:ln>
        </p:spPr>
      </p:cxnSp>
      <p:sp>
        <p:nvSpPr>
          <p:cNvPr id="20" name="step00-card">
            <a:extLst>
              <a:ext uri="{FF2B5EF4-FFF2-40B4-BE49-F238E27FC236}">
                <a16:creationId xmlns:a16="http://schemas.microsoft.com/office/drawing/2014/main" id="{14EF1156-0500-43EA-8B60-922145B54F68}"/>
              </a:ext>
            </a:extLst>
          </p:cNvPr>
          <p:cNvSpPr>
            <a:spLocks noGrp="1"/>
          </p:cNvSpPr>
          <p:nvPr/>
        </p:nvSpPr>
        <p:spPr>
          <a:xfrm>
            <a:off x="1581150" y="876300"/>
            <a:ext cx="1409700" cy="120015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383">
            <a:solidFill>
              <a:srgbClr val="2E78B7"/>
            </a:solidFill>
            <a:prstDash val="solid"/>
          </a:ln>
        </p:spPr>
      </p:sp>
      <p:sp>
        <p:nvSpPr>
          <p:cNvPr id="21" name="step00-bar">
            <a:extLst>
              <a:ext uri="{FF2B5EF4-FFF2-40B4-BE49-F238E27FC236}">
                <a16:creationId xmlns:a16="http://schemas.microsoft.com/office/drawing/2014/main" id="{7DE3C7B3-E7E3-4286-AE0C-93CE8F6AC097}"/>
              </a:ext>
            </a:extLst>
          </p:cNvPr>
          <p:cNvSpPr>
            <a:spLocks noGrp="1"/>
          </p:cNvSpPr>
          <p:nvPr/>
        </p:nvSpPr>
        <p:spPr>
          <a:xfrm>
            <a:off x="1581150" y="876300"/>
            <a:ext cx="1409700" cy="66675"/>
          </a:xfrm>
          <a:prstGeom prst="rect">
            <a:avLst/>
          </a:prstGeom>
          <a:solidFill>
            <a:srgbClr val="2E78B7"/>
          </a:solidFill>
          <a:ln w="0">
            <a:solidFill>
              <a:srgbClr val="2E78B7"/>
            </a:solidFill>
            <a:prstDash val="solid"/>
          </a:ln>
        </p:spPr>
      </p:sp>
      <p:sp>
        <p:nvSpPr>
          <p:cNvPr id="22" name="step00-title">
            <a:extLst>
              <a:ext uri="{FF2B5EF4-FFF2-40B4-BE49-F238E27FC236}">
                <a16:creationId xmlns:a16="http://schemas.microsoft.com/office/drawing/2014/main" id="{F2B77CBD-1CA6-4B5D-8E33-2171B6069AA8}"/>
              </a:ext>
            </a:extLst>
          </p:cNvPr>
          <p:cNvSpPr>
            <a:spLocks noGrp="1"/>
          </p:cNvSpPr>
          <p:nvPr/>
        </p:nvSpPr>
        <p:spPr>
          <a:xfrm>
            <a:off x="1647825" y="9715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938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00 Original files</a:t>
            </a:r>
          </a:p>
        </p:txBody>
      </p:sp>
      <p:sp>
        <p:nvSpPr>
          <p:cNvPr id="23" name="step01-card">
            <a:extLst>
              <a:ext uri="{FF2B5EF4-FFF2-40B4-BE49-F238E27FC236}">
                <a16:creationId xmlns:a16="http://schemas.microsoft.com/office/drawing/2014/main" id="{8768A9C7-4E34-48AD-B53A-4AA8272E1F95}"/>
              </a:ext>
            </a:extLst>
          </p:cNvPr>
          <p:cNvSpPr>
            <a:spLocks noGrp="1"/>
          </p:cNvSpPr>
          <p:nvPr/>
        </p:nvSpPr>
        <p:spPr>
          <a:xfrm>
            <a:off x="3276600" y="876300"/>
            <a:ext cx="1409700" cy="120015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383">
            <a:solidFill>
              <a:srgbClr val="2E78B7"/>
            </a:solidFill>
            <a:prstDash val="solid"/>
          </a:ln>
        </p:spPr>
      </p:sp>
      <p:sp>
        <p:nvSpPr>
          <p:cNvPr id="24" name="step01-bar">
            <a:extLst>
              <a:ext uri="{FF2B5EF4-FFF2-40B4-BE49-F238E27FC236}">
                <a16:creationId xmlns:a16="http://schemas.microsoft.com/office/drawing/2014/main" id="{E27D3126-A1EE-4E8C-8A19-843E3DB4F2B8}"/>
              </a:ext>
            </a:extLst>
          </p:cNvPr>
          <p:cNvSpPr>
            <a:spLocks noGrp="1"/>
          </p:cNvSpPr>
          <p:nvPr/>
        </p:nvSpPr>
        <p:spPr>
          <a:xfrm>
            <a:off x="3276600" y="876300"/>
            <a:ext cx="1409700" cy="66675"/>
          </a:xfrm>
          <a:prstGeom prst="rect">
            <a:avLst/>
          </a:prstGeom>
          <a:solidFill>
            <a:srgbClr val="2E78B7"/>
          </a:solidFill>
          <a:ln w="0">
            <a:solidFill>
              <a:srgbClr val="2E78B7"/>
            </a:solidFill>
            <a:prstDash val="solid"/>
          </a:ln>
        </p:spPr>
      </p:sp>
      <p:sp>
        <p:nvSpPr>
          <p:cNvPr id="25" name="step01-title">
            <a:extLst>
              <a:ext uri="{FF2B5EF4-FFF2-40B4-BE49-F238E27FC236}">
                <a16:creationId xmlns:a16="http://schemas.microsoft.com/office/drawing/2014/main" id="{952DFD0E-F8EB-4E1D-A215-4D2622D34E4F}"/>
              </a:ext>
            </a:extLst>
          </p:cNvPr>
          <p:cNvSpPr>
            <a:spLocks noGrp="1"/>
          </p:cNvSpPr>
          <p:nvPr/>
        </p:nvSpPr>
        <p:spPr>
          <a:xfrm>
            <a:off x="3343275" y="9715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938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01 OIR -&gt; TIFF</a:t>
            </a:r>
          </a:p>
        </p:txBody>
      </p:sp>
      <p:sp>
        <p:nvSpPr>
          <p:cNvPr id="26" name="step02-card">
            <a:extLst>
              <a:ext uri="{FF2B5EF4-FFF2-40B4-BE49-F238E27FC236}">
                <a16:creationId xmlns:a16="http://schemas.microsoft.com/office/drawing/2014/main" id="{88035E2B-09D3-45F8-9E34-35A8B08E34A2}"/>
              </a:ext>
            </a:extLst>
          </p:cNvPr>
          <p:cNvSpPr>
            <a:spLocks noGrp="1"/>
          </p:cNvSpPr>
          <p:nvPr/>
        </p:nvSpPr>
        <p:spPr>
          <a:xfrm>
            <a:off x="4972050" y="876300"/>
            <a:ext cx="1409700" cy="120015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383">
            <a:solidFill>
              <a:srgbClr val="2E78B7"/>
            </a:solidFill>
            <a:prstDash val="solid"/>
          </a:ln>
        </p:spPr>
      </p:sp>
      <p:sp>
        <p:nvSpPr>
          <p:cNvPr id="27" name="step02-bar">
            <a:extLst>
              <a:ext uri="{FF2B5EF4-FFF2-40B4-BE49-F238E27FC236}">
                <a16:creationId xmlns:a16="http://schemas.microsoft.com/office/drawing/2014/main" id="{402F938A-9143-4DE2-AA66-920A4627AB50}"/>
              </a:ext>
            </a:extLst>
          </p:cNvPr>
          <p:cNvSpPr>
            <a:spLocks noGrp="1"/>
          </p:cNvSpPr>
          <p:nvPr/>
        </p:nvSpPr>
        <p:spPr>
          <a:xfrm>
            <a:off x="4972050" y="876300"/>
            <a:ext cx="1409700" cy="66675"/>
          </a:xfrm>
          <a:prstGeom prst="rect">
            <a:avLst/>
          </a:prstGeom>
          <a:solidFill>
            <a:srgbClr val="2E78B7"/>
          </a:solidFill>
          <a:ln w="0">
            <a:solidFill>
              <a:srgbClr val="2E78B7"/>
            </a:solidFill>
            <a:prstDash val="solid"/>
          </a:ln>
        </p:spPr>
      </p:sp>
      <p:sp>
        <p:nvSpPr>
          <p:cNvPr id="28" name="step02-title">
            <a:extLst>
              <a:ext uri="{FF2B5EF4-FFF2-40B4-BE49-F238E27FC236}">
                <a16:creationId xmlns:a16="http://schemas.microsoft.com/office/drawing/2014/main" id="{707C6CF7-C38D-4417-B9A3-36F6932B1356}"/>
              </a:ext>
            </a:extLst>
          </p:cNvPr>
          <p:cNvSpPr>
            <a:spLocks noGrp="1"/>
          </p:cNvSpPr>
          <p:nvPr/>
        </p:nvSpPr>
        <p:spPr>
          <a:xfrm>
            <a:off x="5038725" y="9715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938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02 Stim extraction</a:t>
            </a:r>
          </a:p>
        </p:txBody>
      </p:sp>
      <p:sp>
        <p:nvSpPr>
          <p:cNvPr id="29" name="step03-card">
            <a:extLst>
              <a:ext uri="{FF2B5EF4-FFF2-40B4-BE49-F238E27FC236}">
                <a16:creationId xmlns:a16="http://schemas.microsoft.com/office/drawing/2014/main" id="{2FD5EBDE-5F7E-443F-B9F7-B4BDEC94C5E0}"/>
              </a:ext>
            </a:extLst>
          </p:cNvPr>
          <p:cNvSpPr>
            <a:spLocks noGrp="1"/>
          </p:cNvSpPr>
          <p:nvPr/>
        </p:nvSpPr>
        <p:spPr>
          <a:xfrm>
            <a:off x="6667500" y="876300"/>
            <a:ext cx="1409700" cy="120015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383">
            <a:solidFill>
              <a:srgbClr val="2E78B7"/>
            </a:solidFill>
            <a:prstDash val="solid"/>
          </a:ln>
        </p:spPr>
      </p:sp>
      <p:sp>
        <p:nvSpPr>
          <p:cNvPr id="30" name="step03-bar">
            <a:extLst>
              <a:ext uri="{FF2B5EF4-FFF2-40B4-BE49-F238E27FC236}">
                <a16:creationId xmlns:a16="http://schemas.microsoft.com/office/drawing/2014/main" id="{25867EE1-B3D3-4A73-AB70-79E59B3ABB86}"/>
              </a:ext>
            </a:extLst>
          </p:cNvPr>
          <p:cNvSpPr>
            <a:spLocks noGrp="1"/>
          </p:cNvSpPr>
          <p:nvPr/>
        </p:nvSpPr>
        <p:spPr>
          <a:xfrm>
            <a:off x="6667500" y="876300"/>
            <a:ext cx="1409700" cy="66675"/>
          </a:xfrm>
          <a:prstGeom prst="rect">
            <a:avLst/>
          </a:prstGeom>
          <a:solidFill>
            <a:srgbClr val="2E78B7"/>
          </a:solidFill>
          <a:ln w="0">
            <a:solidFill>
              <a:srgbClr val="2E78B7"/>
            </a:solidFill>
            <a:prstDash val="solid"/>
          </a:ln>
        </p:spPr>
      </p:sp>
      <p:sp>
        <p:nvSpPr>
          <p:cNvPr id="31" name="step03-title">
            <a:extLst>
              <a:ext uri="{FF2B5EF4-FFF2-40B4-BE49-F238E27FC236}">
                <a16:creationId xmlns:a16="http://schemas.microsoft.com/office/drawing/2014/main" id="{0E47AA52-CD34-4B9D-8669-4D77313F1EAE}"/>
              </a:ext>
            </a:extLst>
          </p:cNvPr>
          <p:cNvSpPr>
            <a:spLocks noGrp="1"/>
          </p:cNvSpPr>
          <p:nvPr/>
        </p:nvSpPr>
        <p:spPr>
          <a:xfrm>
            <a:off x="6734175" y="9715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938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03 Motion correction</a:t>
            </a:r>
          </a:p>
        </p:txBody>
      </p:sp>
      <p:sp>
        <p:nvSpPr>
          <p:cNvPr id="32" name="step04-card">
            <a:extLst>
              <a:ext uri="{FF2B5EF4-FFF2-40B4-BE49-F238E27FC236}">
                <a16:creationId xmlns:a16="http://schemas.microsoft.com/office/drawing/2014/main" id="{C7F2EE97-F9EB-45B9-BDC5-36EA7C9E88EA}"/>
              </a:ext>
            </a:extLst>
          </p:cNvPr>
          <p:cNvSpPr>
            <a:spLocks noGrp="1"/>
          </p:cNvSpPr>
          <p:nvPr/>
        </p:nvSpPr>
        <p:spPr>
          <a:xfrm>
            <a:off x="8362950" y="876300"/>
            <a:ext cx="1409700" cy="120015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383">
            <a:solidFill>
              <a:srgbClr val="2E78B7"/>
            </a:solidFill>
            <a:prstDash val="solid"/>
          </a:ln>
        </p:spPr>
      </p:sp>
      <p:sp>
        <p:nvSpPr>
          <p:cNvPr id="33" name="step04-bar">
            <a:extLst>
              <a:ext uri="{FF2B5EF4-FFF2-40B4-BE49-F238E27FC236}">
                <a16:creationId xmlns:a16="http://schemas.microsoft.com/office/drawing/2014/main" id="{5271EB9B-C2A6-4C18-BA27-E19B1DADEA5F}"/>
              </a:ext>
            </a:extLst>
          </p:cNvPr>
          <p:cNvSpPr>
            <a:spLocks noGrp="1"/>
          </p:cNvSpPr>
          <p:nvPr/>
        </p:nvSpPr>
        <p:spPr>
          <a:xfrm>
            <a:off x="8362950" y="876300"/>
            <a:ext cx="1409700" cy="66675"/>
          </a:xfrm>
          <a:prstGeom prst="rect">
            <a:avLst/>
          </a:prstGeom>
          <a:solidFill>
            <a:srgbClr val="2E78B7"/>
          </a:solidFill>
          <a:ln w="0">
            <a:solidFill>
              <a:srgbClr val="2E78B7"/>
            </a:solidFill>
            <a:prstDash val="solid"/>
          </a:ln>
        </p:spPr>
      </p:sp>
      <p:sp>
        <p:nvSpPr>
          <p:cNvPr id="34" name="step04-title">
            <a:extLst>
              <a:ext uri="{FF2B5EF4-FFF2-40B4-BE49-F238E27FC236}">
                <a16:creationId xmlns:a16="http://schemas.microsoft.com/office/drawing/2014/main" id="{F7EE504E-7BE1-4FAB-B19D-BD3C736DAB2E}"/>
              </a:ext>
            </a:extLst>
          </p:cNvPr>
          <p:cNvSpPr>
            <a:spLocks noGrp="1"/>
          </p:cNvSpPr>
          <p:nvPr/>
        </p:nvSpPr>
        <p:spPr>
          <a:xfrm>
            <a:off x="8429625" y="9715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938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04 Spatial high-pass</a:t>
            </a:r>
          </a:p>
        </p:txBody>
      </p:sp>
      <p:sp>
        <p:nvSpPr>
          <p:cNvPr id="35" name="step05-card">
            <a:extLst>
              <a:ext uri="{FF2B5EF4-FFF2-40B4-BE49-F238E27FC236}">
                <a16:creationId xmlns:a16="http://schemas.microsoft.com/office/drawing/2014/main" id="{BB117208-EF99-44E3-AF08-85C22185D202}"/>
              </a:ext>
            </a:extLst>
          </p:cNvPr>
          <p:cNvSpPr>
            <a:spLocks noGrp="1"/>
          </p:cNvSpPr>
          <p:nvPr/>
        </p:nvSpPr>
        <p:spPr>
          <a:xfrm>
            <a:off x="10058400" y="876300"/>
            <a:ext cx="1409700" cy="120015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383">
            <a:solidFill>
              <a:srgbClr val="C06B24"/>
            </a:solidFill>
            <a:prstDash val="solid"/>
          </a:ln>
        </p:spPr>
      </p:sp>
      <p:sp>
        <p:nvSpPr>
          <p:cNvPr id="36" name="step05-bar">
            <a:extLst>
              <a:ext uri="{FF2B5EF4-FFF2-40B4-BE49-F238E27FC236}">
                <a16:creationId xmlns:a16="http://schemas.microsoft.com/office/drawing/2014/main" id="{9662B713-8309-472D-8E99-1341D234E9FE}"/>
              </a:ext>
            </a:extLst>
          </p:cNvPr>
          <p:cNvSpPr>
            <a:spLocks noGrp="1"/>
          </p:cNvSpPr>
          <p:nvPr/>
        </p:nvSpPr>
        <p:spPr>
          <a:xfrm>
            <a:off x="10058400" y="876300"/>
            <a:ext cx="1409700" cy="66675"/>
          </a:xfrm>
          <a:prstGeom prst="rect">
            <a:avLst/>
          </a:prstGeom>
          <a:solidFill>
            <a:srgbClr val="C06B24"/>
          </a:solidFill>
          <a:ln w="0">
            <a:solidFill>
              <a:srgbClr val="C06B24"/>
            </a:solidFill>
            <a:prstDash val="solid"/>
          </a:ln>
        </p:spPr>
      </p:sp>
      <p:sp>
        <p:nvSpPr>
          <p:cNvPr id="37" name="step05-title">
            <a:extLst>
              <a:ext uri="{FF2B5EF4-FFF2-40B4-BE49-F238E27FC236}">
                <a16:creationId xmlns:a16="http://schemas.microsoft.com/office/drawing/2014/main" id="{9F2810DF-6403-443A-B1E1-20DD175521F7}"/>
              </a:ext>
            </a:extLst>
          </p:cNvPr>
          <p:cNvSpPr>
            <a:spLocks noGrp="1"/>
          </p:cNvSpPr>
          <p:nvPr/>
        </p:nvSpPr>
        <p:spPr>
          <a:xfrm>
            <a:off x="10125075" y="9715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938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05 ROI candidates</a:t>
            </a:r>
          </a:p>
        </p:txBody>
      </p:sp>
      <p:cxnSp>
        <p:nvCxnSpPr>
          <p:cNvPr id="353" name="直线箭头连接符 352"/>
          <p:cNvCxnSpPr>
            <a:stCxn id="20" idx="3"/>
            <a:endCxn id="23" idx="1"/>
          </p:cNvCxnSpPr>
          <p:nvPr/>
        </p:nvCxnSpPr>
        <p:spPr>
          <a:xfrm>
            <a:off x="2990850" y="1476375"/>
            <a:ext cx="285750" cy="0"/>
          </a:xfrm>
          <a:prstGeom prst="straightConnector1">
            <a:avLst/>
          </a:prstGeom>
          <a:ln w="28575">
            <a:solidFill>
              <a:srgbClr val="263B4A"/>
            </a:solidFill>
            <a:prstDash val="solid"/>
            <a:headEnd type="triangle" w="sm" len="sm"/>
          </a:ln>
        </p:spPr>
      </p:cxnSp>
      <p:cxnSp>
        <p:nvCxnSpPr>
          <p:cNvPr id="354" name="直线箭头连接符 353"/>
          <p:cNvCxnSpPr>
            <a:stCxn id="23" idx="3"/>
            <a:endCxn id="26" idx="1"/>
          </p:cNvCxnSpPr>
          <p:nvPr/>
        </p:nvCxnSpPr>
        <p:spPr>
          <a:xfrm>
            <a:off x="4686300" y="1476375"/>
            <a:ext cx="285750" cy="0"/>
          </a:xfrm>
          <a:prstGeom prst="straightConnector1">
            <a:avLst/>
          </a:prstGeom>
          <a:ln w="28575">
            <a:solidFill>
              <a:srgbClr val="263B4A"/>
            </a:solidFill>
            <a:prstDash val="solid"/>
            <a:headEnd type="triangle" w="sm" len="sm"/>
          </a:ln>
        </p:spPr>
      </p:cxnSp>
      <p:cxnSp>
        <p:nvCxnSpPr>
          <p:cNvPr id="355" name="直线箭头连接符 354"/>
          <p:cNvCxnSpPr>
            <a:stCxn id="26" idx="3"/>
            <a:endCxn id="29" idx="1"/>
          </p:cNvCxnSpPr>
          <p:nvPr/>
        </p:nvCxnSpPr>
        <p:spPr>
          <a:xfrm>
            <a:off x="6381750" y="1476375"/>
            <a:ext cx="285750" cy="0"/>
          </a:xfrm>
          <a:prstGeom prst="straightConnector1">
            <a:avLst/>
          </a:prstGeom>
          <a:ln w="28575">
            <a:solidFill>
              <a:srgbClr val="263B4A"/>
            </a:solidFill>
            <a:prstDash val="solid"/>
            <a:headEnd type="triangle" w="sm" len="sm"/>
          </a:ln>
        </p:spPr>
      </p:cxnSp>
      <p:cxnSp>
        <p:nvCxnSpPr>
          <p:cNvPr id="356" name="直线箭头连接符 355"/>
          <p:cNvCxnSpPr>
            <a:stCxn id="29" idx="3"/>
            <a:endCxn id="32" idx="1"/>
          </p:cNvCxnSpPr>
          <p:nvPr/>
        </p:nvCxnSpPr>
        <p:spPr>
          <a:xfrm>
            <a:off x="8077200" y="1476375"/>
            <a:ext cx="285750" cy="0"/>
          </a:xfrm>
          <a:prstGeom prst="straightConnector1">
            <a:avLst/>
          </a:prstGeom>
          <a:ln w="28575">
            <a:solidFill>
              <a:srgbClr val="263B4A"/>
            </a:solidFill>
            <a:prstDash val="solid"/>
            <a:headEnd type="triangle" w="sm" len="sm"/>
          </a:ln>
        </p:spPr>
      </p:cxnSp>
      <p:cxnSp>
        <p:nvCxnSpPr>
          <p:cNvPr id="357" name="直线箭头连接符 356"/>
          <p:cNvCxnSpPr>
            <a:stCxn id="32" idx="3"/>
            <a:endCxn id="35" idx="1"/>
          </p:cNvCxnSpPr>
          <p:nvPr/>
        </p:nvCxnSpPr>
        <p:spPr>
          <a:xfrm>
            <a:off x="9772650" y="1476375"/>
            <a:ext cx="285750" cy="0"/>
          </a:xfrm>
          <a:prstGeom prst="straightConnector1">
            <a:avLst/>
          </a:prstGeom>
          <a:ln w="28575">
            <a:solidFill>
              <a:srgbClr val="263B4A"/>
            </a:solidFill>
            <a:prstDash val="solid"/>
            <a:headEnd type="triangle" w="sm" len="sm"/>
          </a:ln>
        </p:spPr>
      </p:cxnSp>
      <p:sp>
        <p:nvSpPr>
          <p:cNvPr id="43" name="step00-folder-tab">
            <a:extLst>
              <a:ext uri="{FF2B5EF4-FFF2-40B4-BE49-F238E27FC236}">
                <a16:creationId xmlns:a16="http://schemas.microsoft.com/office/drawing/2014/main" id="{9A416F69-09B8-4B9D-90E3-B95EB8F6848F}"/>
              </a:ext>
            </a:extLst>
          </p:cNvPr>
          <p:cNvSpPr>
            <a:spLocks noGrp="1"/>
          </p:cNvSpPr>
          <p:nvPr/>
        </p:nvSpPr>
        <p:spPr>
          <a:xfrm>
            <a:off x="1790700" y="1333500"/>
            <a:ext cx="361950" cy="123825"/>
          </a:xfrm>
          <a:prstGeom prst="rect">
            <a:avLst/>
          </a:prstGeom>
          <a:solidFill>
            <a:srgbClr val="D7E9FA"/>
          </a:solidFill>
          <a:ln w="9525">
            <a:solidFill>
              <a:srgbClr val="2E78B7"/>
            </a:solidFill>
            <a:prstDash val="solid"/>
          </a:ln>
        </p:spPr>
      </p:sp>
      <p:sp>
        <p:nvSpPr>
          <p:cNvPr id="44" name="step00-folder">
            <a:extLst>
              <a:ext uri="{FF2B5EF4-FFF2-40B4-BE49-F238E27FC236}">
                <a16:creationId xmlns:a16="http://schemas.microsoft.com/office/drawing/2014/main" id="{094135D4-5474-4BD3-9357-2F440F4B6ECD}"/>
              </a:ext>
            </a:extLst>
          </p:cNvPr>
          <p:cNvSpPr>
            <a:spLocks noGrp="1"/>
          </p:cNvSpPr>
          <p:nvPr/>
        </p:nvSpPr>
        <p:spPr>
          <a:xfrm>
            <a:off x="1752600" y="1428750"/>
            <a:ext cx="552450" cy="323850"/>
          </a:xfrm>
          <a:prstGeom prst="roundRect">
            <a:avLst>
              <a:gd name="adj" fmla="val 11765"/>
            </a:avLst>
          </a:prstGeom>
          <a:solidFill>
            <a:srgbClr val="D7E9FA"/>
          </a:solidFill>
          <a:ln w="9525">
            <a:solidFill>
              <a:srgbClr val="2E78B7"/>
            </a:solidFill>
            <a:prstDash val="solid"/>
          </a:ln>
        </p:spPr>
      </p:sp>
      <p:sp>
        <p:nvSpPr>
          <p:cNvPr id="45" name="step00-file">
            <a:extLst>
              <a:ext uri="{FF2B5EF4-FFF2-40B4-BE49-F238E27FC236}">
                <a16:creationId xmlns:a16="http://schemas.microsoft.com/office/drawing/2014/main" id="{E1D7D1F6-825F-470A-8AA0-A72AC11C507F}"/>
              </a:ext>
            </a:extLst>
          </p:cNvPr>
          <p:cNvSpPr>
            <a:spLocks noGrp="1"/>
          </p:cNvSpPr>
          <p:nvPr/>
        </p:nvSpPr>
        <p:spPr>
          <a:xfrm>
            <a:off x="2362200" y="1323975"/>
            <a:ext cx="333375" cy="447675"/>
          </a:xfrm>
          <a:prstGeom prst="rect">
            <a:avLst/>
          </a:prstGeom>
          <a:solidFill>
            <a:srgbClr val="FFFFFF"/>
          </a:solidFill>
          <a:ln w="9525">
            <a:solidFill>
              <a:srgbClr val="2E78B7"/>
            </a:solidFill>
            <a:prstDash val="solid"/>
          </a:ln>
        </p:spPr>
      </p:sp>
      <p:sp>
        <p:nvSpPr>
          <p:cNvPr id="46" name="step00-filefold">
            <a:extLst>
              <a:ext uri="{FF2B5EF4-FFF2-40B4-BE49-F238E27FC236}">
                <a16:creationId xmlns:a16="http://schemas.microsoft.com/office/drawing/2014/main" id="{FDA407F5-9BED-477A-9945-A89C1E171BB5}"/>
              </a:ext>
            </a:extLst>
          </p:cNvPr>
          <p:cNvSpPr>
            <a:spLocks noGrp="1"/>
          </p:cNvSpPr>
          <p:nvPr/>
        </p:nvSpPr>
        <p:spPr>
          <a:xfrm>
            <a:off x="2590800" y="1323975"/>
            <a:ext cx="104775" cy="104775"/>
          </a:xfrm>
          <a:prstGeom prst="rect">
            <a:avLst/>
          </a:prstGeom>
          <a:solidFill>
            <a:srgbClr val="D7E9FA"/>
          </a:solidFill>
          <a:ln w="9525">
            <a:solidFill>
              <a:srgbClr val="2E78B7"/>
            </a:solidFill>
            <a:prstDash val="solid"/>
          </a:ln>
        </p:spPr>
      </p:sp>
      <p:sp>
        <p:nvSpPr>
          <p:cNvPr id="47" name="step00-oir">
            <a:extLst>
              <a:ext uri="{FF2B5EF4-FFF2-40B4-BE49-F238E27FC236}">
                <a16:creationId xmlns:a16="http://schemas.microsoft.com/office/drawing/2014/main" id="{56A2A432-1841-438F-ACDD-27001B0F4185}"/>
              </a:ext>
            </a:extLst>
          </p:cNvPr>
          <p:cNvSpPr>
            <a:spLocks noGrp="1"/>
          </p:cNvSpPr>
          <p:nvPr/>
        </p:nvSpPr>
        <p:spPr>
          <a:xfrm>
            <a:off x="2400300" y="1466850"/>
            <a:ext cx="2667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713" b="1">
                <a:solidFill>
                  <a:srgbClr val="2E78B7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2E78B7"/>
                </a:solidFill>
                <a:latin typeface="Arial"/>
                <a:ea typeface="Arial"/>
                <a:cs typeface="Arial"/>
              </a:rPr>
              <a:t>OIR</a:t>
            </a:r>
          </a:p>
        </p:txBody>
      </p:sp>
      <p:sp>
        <p:nvSpPr>
          <p:cNvPr id="48" name="step00-label">
            <a:extLst>
              <a:ext uri="{FF2B5EF4-FFF2-40B4-BE49-F238E27FC236}">
                <a16:creationId xmlns:a16="http://schemas.microsoft.com/office/drawing/2014/main" id="{B5DFE09C-AB6D-4F09-B005-E073F1712AF8}"/>
              </a:ext>
            </a:extLst>
          </p:cNvPr>
          <p:cNvSpPr>
            <a:spLocks noGrp="1"/>
          </p:cNvSpPr>
          <p:nvPr/>
        </p:nvSpPr>
        <p:spPr>
          <a:xfrm>
            <a:off x="1743075" y="1790700"/>
            <a:ext cx="971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660" b="0">
                <a:solidFill>
                  <a:srgbClr val="5E6B76"/>
                </a:solidFill>
                <a:latin typeface="Arial"/>
                <a:ea typeface="Arial"/>
                <a:cs typeface="Arial"/>
              </a:defRPr>
            </a:pPr>
            <a:r>
              <a:rPr sz="660" b="0">
                <a:solidFill>
                  <a:srgbClr val="5E6B76"/>
                </a:solidFill>
                <a:latin typeface="Arial"/>
                <a:ea typeface="Arial"/>
                <a:cs typeface="Arial"/>
              </a:rPr>
              <a:t>files + folders</a:t>
            </a:r>
          </a:p>
        </p:txBody>
      </p:sp>
      <p:sp>
        <p:nvSpPr>
          <p:cNvPr id="49" name="step01-oirfile">
            <a:extLst>
              <a:ext uri="{FF2B5EF4-FFF2-40B4-BE49-F238E27FC236}">
                <a16:creationId xmlns:a16="http://schemas.microsoft.com/office/drawing/2014/main" id="{FBF6D0B4-BC80-45C3-945D-8EE361EEF274}"/>
              </a:ext>
            </a:extLst>
          </p:cNvPr>
          <p:cNvSpPr>
            <a:spLocks noGrp="1"/>
          </p:cNvSpPr>
          <p:nvPr/>
        </p:nvSpPr>
        <p:spPr>
          <a:xfrm>
            <a:off x="3448050" y="1343025"/>
            <a:ext cx="32385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2E78B7"/>
            </a:solidFill>
            <a:prstDash val="solid"/>
          </a:ln>
        </p:spPr>
      </p:sp>
      <p:sp>
        <p:nvSpPr>
          <p:cNvPr id="50" name="step01-oirtext">
            <a:extLst>
              <a:ext uri="{FF2B5EF4-FFF2-40B4-BE49-F238E27FC236}">
                <a16:creationId xmlns:a16="http://schemas.microsoft.com/office/drawing/2014/main" id="{AA1A9FAC-6916-420D-8491-61D7585951FB}"/>
              </a:ext>
            </a:extLst>
          </p:cNvPr>
          <p:cNvSpPr>
            <a:spLocks noGrp="1"/>
          </p:cNvSpPr>
          <p:nvPr/>
        </p:nvSpPr>
        <p:spPr>
          <a:xfrm>
            <a:off x="3486150" y="1476375"/>
            <a:ext cx="2476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675" b="1">
                <a:solidFill>
                  <a:srgbClr val="2E78B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E78B7"/>
                </a:solidFill>
                <a:latin typeface="Arial"/>
                <a:ea typeface="Arial"/>
                <a:cs typeface="Arial"/>
              </a:rPr>
              <a:t>OIR</a:t>
            </a:r>
          </a:p>
        </p:txBody>
      </p:sp>
      <p:sp>
        <p:nvSpPr>
          <p:cNvPr id="51" name="step01-mini-arrow">
            <a:extLst>
              <a:ext uri="{FF2B5EF4-FFF2-40B4-BE49-F238E27FC236}">
                <a16:creationId xmlns:a16="http://schemas.microsoft.com/office/drawing/2014/main" id="{7FBCB664-53DC-40FA-A9DA-DF92BACA8B49}"/>
              </a:ext>
            </a:extLst>
          </p:cNvPr>
          <p:cNvSpPr>
            <a:spLocks noGrp="1"/>
          </p:cNvSpPr>
          <p:nvPr/>
        </p:nvSpPr>
        <p:spPr>
          <a:xfrm>
            <a:off x="3829050" y="1485900"/>
            <a:ext cx="209550" cy="95250"/>
          </a:xfrm>
          <a:prstGeom prst="rightArrow">
            <a:avLst/>
          </a:prstGeom>
          <a:solidFill>
            <a:srgbClr val="263B4A"/>
          </a:solidFill>
          <a:ln w="0">
            <a:solidFill>
              <a:srgbClr val="263B4A"/>
            </a:solidFill>
            <a:prstDash val="solid"/>
          </a:ln>
        </p:spPr>
      </p:sp>
      <p:sp>
        <p:nvSpPr>
          <p:cNvPr id="52" name="step01-stack-0">
            <a:extLst>
              <a:ext uri="{FF2B5EF4-FFF2-40B4-BE49-F238E27FC236}">
                <a16:creationId xmlns:a16="http://schemas.microsoft.com/office/drawing/2014/main" id="{94448D6D-B83D-4B95-B75E-67D87D3D4DD3}"/>
              </a:ext>
            </a:extLst>
          </p:cNvPr>
          <p:cNvSpPr>
            <a:spLocks noGrp="1"/>
          </p:cNvSpPr>
          <p:nvPr/>
        </p:nvSpPr>
        <p:spPr>
          <a:xfrm>
            <a:off x="4105275" y="1352550"/>
            <a:ext cx="361950" cy="295275"/>
          </a:xfrm>
          <a:prstGeom prst="rect">
            <a:avLst/>
          </a:prstGeom>
          <a:solidFill>
            <a:srgbClr val="E9F4FF"/>
          </a:solidFill>
          <a:ln w="9525">
            <a:solidFill>
              <a:srgbClr val="2E78B7"/>
            </a:solidFill>
            <a:prstDash val="solid"/>
          </a:ln>
        </p:spPr>
      </p:sp>
      <p:sp>
        <p:nvSpPr>
          <p:cNvPr id="53" name="step01-stack-1">
            <a:extLst>
              <a:ext uri="{FF2B5EF4-FFF2-40B4-BE49-F238E27FC236}">
                <a16:creationId xmlns:a16="http://schemas.microsoft.com/office/drawing/2014/main" id="{E2736D3E-324C-4F1D-AB66-B5B98C2A5F21}"/>
              </a:ext>
            </a:extLst>
          </p:cNvPr>
          <p:cNvSpPr>
            <a:spLocks noGrp="1"/>
          </p:cNvSpPr>
          <p:nvPr/>
        </p:nvSpPr>
        <p:spPr>
          <a:xfrm>
            <a:off x="4143375" y="1390650"/>
            <a:ext cx="361950" cy="295275"/>
          </a:xfrm>
          <a:prstGeom prst="rect">
            <a:avLst/>
          </a:prstGeom>
          <a:solidFill>
            <a:srgbClr val="E9F4FF"/>
          </a:solidFill>
          <a:ln w="9525">
            <a:solidFill>
              <a:srgbClr val="2E78B7"/>
            </a:solidFill>
            <a:prstDash val="solid"/>
          </a:ln>
        </p:spPr>
      </p:sp>
      <p:sp>
        <p:nvSpPr>
          <p:cNvPr id="54" name="step01-stack-2">
            <a:extLst>
              <a:ext uri="{FF2B5EF4-FFF2-40B4-BE49-F238E27FC236}">
                <a16:creationId xmlns:a16="http://schemas.microsoft.com/office/drawing/2014/main" id="{1DC6A715-E04D-46B9-866E-94E3C676BD5A}"/>
              </a:ext>
            </a:extLst>
          </p:cNvPr>
          <p:cNvSpPr>
            <a:spLocks noGrp="1"/>
          </p:cNvSpPr>
          <p:nvPr/>
        </p:nvSpPr>
        <p:spPr>
          <a:xfrm>
            <a:off x="4181475" y="1428750"/>
            <a:ext cx="361950" cy="295275"/>
          </a:xfrm>
          <a:prstGeom prst="rect">
            <a:avLst/>
          </a:prstGeom>
          <a:solidFill>
            <a:srgbClr val="E9F4FF"/>
          </a:solidFill>
          <a:ln w="9525">
            <a:solidFill>
              <a:srgbClr val="2E78B7"/>
            </a:solidFill>
            <a:prstDash val="solid"/>
          </a:ln>
        </p:spPr>
      </p:sp>
      <p:sp>
        <p:nvSpPr>
          <p:cNvPr id="55" name="step01-stack-3">
            <a:extLst>
              <a:ext uri="{FF2B5EF4-FFF2-40B4-BE49-F238E27FC236}">
                <a16:creationId xmlns:a16="http://schemas.microsoft.com/office/drawing/2014/main" id="{65D9DD93-8F04-4691-A221-FCC7ABB81B38}"/>
              </a:ext>
            </a:extLst>
          </p:cNvPr>
          <p:cNvSpPr>
            <a:spLocks noGrp="1"/>
          </p:cNvSpPr>
          <p:nvPr/>
        </p:nvSpPr>
        <p:spPr>
          <a:xfrm>
            <a:off x="4219575" y="1466850"/>
            <a:ext cx="361950" cy="295275"/>
          </a:xfrm>
          <a:prstGeom prst="rect">
            <a:avLst/>
          </a:prstGeom>
          <a:solidFill>
            <a:srgbClr val="E9F4FF"/>
          </a:solidFill>
          <a:ln w="9525">
            <a:solidFill>
              <a:srgbClr val="2E78B7"/>
            </a:solidFill>
            <a:prstDash val="solid"/>
          </a:ln>
        </p:spPr>
      </p:sp>
      <p:sp>
        <p:nvSpPr>
          <p:cNvPr id="56" name="step01-tiff">
            <a:extLst>
              <a:ext uri="{FF2B5EF4-FFF2-40B4-BE49-F238E27FC236}">
                <a16:creationId xmlns:a16="http://schemas.microsoft.com/office/drawing/2014/main" id="{8E9F8B56-F99A-4CF1-9AE7-E5A528671320}"/>
              </a:ext>
            </a:extLst>
          </p:cNvPr>
          <p:cNvSpPr>
            <a:spLocks noGrp="1"/>
          </p:cNvSpPr>
          <p:nvPr/>
        </p:nvSpPr>
        <p:spPr>
          <a:xfrm>
            <a:off x="4201896" y="1548460"/>
            <a:ext cx="4095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660" b="0">
                <a:solidFill>
                  <a:srgbClr val="5E6B76"/>
                </a:solidFill>
                <a:latin typeface="Arial"/>
                <a:ea typeface="Arial"/>
                <a:cs typeface="Arial"/>
              </a:defRPr>
            </a:pPr>
            <a:r>
              <a:rPr sz="660" b="0" dirty="0">
                <a:solidFill>
                  <a:srgbClr val="5E6B76"/>
                </a:solidFill>
                <a:latin typeface="Arial"/>
                <a:ea typeface="Arial"/>
                <a:cs typeface="Arial"/>
              </a:rPr>
              <a:t>TIFF stack</a:t>
            </a:r>
          </a:p>
        </p:txBody>
      </p:sp>
      <p:sp>
        <p:nvSpPr>
          <p:cNvPr id="57" name="step02-axis-x">
            <a:extLst>
              <a:ext uri="{FF2B5EF4-FFF2-40B4-BE49-F238E27FC236}">
                <a16:creationId xmlns:a16="http://schemas.microsoft.com/office/drawing/2014/main" id="{2DB270BE-91CC-417A-8319-9333AFE6B9DF}"/>
              </a:ext>
            </a:extLst>
          </p:cNvPr>
          <p:cNvSpPr>
            <a:spLocks noGrp="1"/>
          </p:cNvSpPr>
          <p:nvPr/>
        </p:nvSpPr>
        <p:spPr>
          <a:xfrm>
            <a:off x="5133975" y="1704975"/>
            <a:ext cx="609600" cy="953"/>
          </a:xfrm>
          <a:prstGeom prst="line">
            <a:avLst/>
          </a:prstGeom>
          <a:noFill/>
          <a:ln w="9525">
            <a:solidFill>
              <a:srgbClr val="D6DEE5"/>
            </a:solidFill>
            <a:prstDash val="solid"/>
          </a:ln>
        </p:spPr>
      </p:sp>
      <p:sp>
        <p:nvSpPr>
          <p:cNvPr id="58" name="step02-axis-y">
            <a:extLst>
              <a:ext uri="{FF2B5EF4-FFF2-40B4-BE49-F238E27FC236}">
                <a16:creationId xmlns:a16="http://schemas.microsoft.com/office/drawing/2014/main" id="{F7DD25FE-13BF-419A-8C8B-199E2BA52262}"/>
              </a:ext>
            </a:extLst>
          </p:cNvPr>
          <p:cNvSpPr>
            <a:spLocks noGrp="1"/>
          </p:cNvSpPr>
          <p:nvPr/>
        </p:nvSpPr>
        <p:spPr>
          <a:xfrm>
            <a:off x="5133975" y="1362075"/>
            <a:ext cx="953" cy="342900"/>
          </a:xfrm>
          <a:prstGeom prst="line">
            <a:avLst/>
          </a:prstGeom>
          <a:noFill/>
          <a:ln w="9525">
            <a:solidFill>
              <a:srgbClr val="D6DEE5"/>
            </a:solidFill>
            <a:prstDash val="solid"/>
          </a:ln>
        </p:spPr>
      </p:sp>
      <p:sp>
        <p:nvSpPr>
          <p:cNvPr id="59" name="step02-trace-0">
            <a:extLst>
              <a:ext uri="{FF2B5EF4-FFF2-40B4-BE49-F238E27FC236}">
                <a16:creationId xmlns:a16="http://schemas.microsoft.com/office/drawing/2014/main" id="{6969B416-71D6-4B11-9DCC-EEE041FDCD53}"/>
              </a:ext>
            </a:extLst>
          </p:cNvPr>
          <p:cNvSpPr>
            <a:spLocks noGrp="1"/>
          </p:cNvSpPr>
          <p:nvPr/>
        </p:nvSpPr>
        <p:spPr>
          <a:xfrm flipV="1">
            <a:off x="5143500" y="1609725"/>
            <a:ext cx="95250" cy="9525"/>
          </a:xfrm>
          <a:prstGeom prst="line">
            <a:avLst/>
          </a:prstGeom>
          <a:noFill/>
          <a:ln w="13335">
            <a:solidFill>
              <a:srgbClr val="2E78B7"/>
            </a:solidFill>
            <a:prstDash val="solid"/>
          </a:ln>
        </p:spPr>
      </p:sp>
      <p:sp>
        <p:nvSpPr>
          <p:cNvPr id="60" name="step02-trace-1">
            <a:extLst>
              <a:ext uri="{FF2B5EF4-FFF2-40B4-BE49-F238E27FC236}">
                <a16:creationId xmlns:a16="http://schemas.microsoft.com/office/drawing/2014/main" id="{A46A1F14-8141-4F95-9080-C2C8D4E09AEC}"/>
              </a:ext>
            </a:extLst>
          </p:cNvPr>
          <p:cNvSpPr>
            <a:spLocks noGrp="1"/>
          </p:cNvSpPr>
          <p:nvPr/>
        </p:nvSpPr>
        <p:spPr>
          <a:xfrm flipV="1">
            <a:off x="5238750" y="1428750"/>
            <a:ext cx="57150" cy="180975"/>
          </a:xfrm>
          <a:prstGeom prst="line">
            <a:avLst/>
          </a:prstGeom>
          <a:noFill/>
          <a:ln w="13335">
            <a:solidFill>
              <a:srgbClr val="2E78B7"/>
            </a:solidFill>
            <a:prstDash val="solid"/>
          </a:ln>
        </p:spPr>
      </p:sp>
      <p:sp>
        <p:nvSpPr>
          <p:cNvPr id="61" name="step02-trace-2">
            <a:extLst>
              <a:ext uri="{FF2B5EF4-FFF2-40B4-BE49-F238E27FC236}">
                <a16:creationId xmlns:a16="http://schemas.microsoft.com/office/drawing/2014/main" id="{C9147F10-7900-4A6C-801E-6755E63C464A}"/>
              </a:ext>
            </a:extLst>
          </p:cNvPr>
          <p:cNvSpPr>
            <a:spLocks noGrp="1"/>
          </p:cNvSpPr>
          <p:nvPr/>
        </p:nvSpPr>
        <p:spPr>
          <a:xfrm>
            <a:off x="5295900" y="1428750"/>
            <a:ext cx="66675" cy="209550"/>
          </a:xfrm>
          <a:prstGeom prst="line">
            <a:avLst/>
          </a:prstGeom>
          <a:noFill/>
          <a:ln w="13335">
            <a:solidFill>
              <a:srgbClr val="2E78B7"/>
            </a:solidFill>
            <a:prstDash val="solid"/>
          </a:ln>
        </p:spPr>
      </p:sp>
      <p:sp>
        <p:nvSpPr>
          <p:cNvPr id="62" name="step02-trace-3">
            <a:extLst>
              <a:ext uri="{FF2B5EF4-FFF2-40B4-BE49-F238E27FC236}">
                <a16:creationId xmlns:a16="http://schemas.microsoft.com/office/drawing/2014/main" id="{A2AA259B-2C1B-48AC-8CC7-1BD2668858C2}"/>
              </a:ext>
            </a:extLst>
          </p:cNvPr>
          <p:cNvSpPr>
            <a:spLocks noGrp="1"/>
          </p:cNvSpPr>
          <p:nvPr/>
        </p:nvSpPr>
        <p:spPr>
          <a:xfrm flipV="1">
            <a:off x="5362575" y="1628775"/>
            <a:ext cx="104775" cy="9525"/>
          </a:xfrm>
          <a:prstGeom prst="line">
            <a:avLst/>
          </a:prstGeom>
          <a:noFill/>
          <a:ln w="13335">
            <a:solidFill>
              <a:srgbClr val="2E78B7"/>
            </a:solidFill>
            <a:prstDash val="solid"/>
          </a:ln>
        </p:spPr>
      </p:sp>
      <p:sp>
        <p:nvSpPr>
          <p:cNvPr id="63" name="step02-trace-4">
            <a:extLst>
              <a:ext uri="{FF2B5EF4-FFF2-40B4-BE49-F238E27FC236}">
                <a16:creationId xmlns:a16="http://schemas.microsoft.com/office/drawing/2014/main" id="{B1AB55E9-A89A-4B0D-9D1F-6D0F04307400}"/>
              </a:ext>
            </a:extLst>
          </p:cNvPr>
          <p:cNvSpPr>
            <a:spLocks noGrp="1"/>
          </p:cNvSpPr>
          <p:nvPr/>
        </p:nvSpPr>
        <p:spPr>
          <a:xfrm flipV="1">
            <a:off x="5467350" y="1419225"/>
            <a:ext cx="57150" cy="209550"/>
          </a:xfrm>
          <a:prstGeom prst="line">
            <a:avLst/>
          </a:prstGeom>
          <a:noFill/>
          <a:ln w="13335">
            <a:solidFill>
              <a:srgbClr val="2E78B7"/>
            </a:solidFill>
            <a:prstDash val="solid"/>
          </a:ln>
        </p:spPr>
      </p:sp>
      <p:sp>
        <p:nvSpPr>
          <p:cNvPr id="64" name="step02-trace-5">
            <a:extLst>
              <a:ext uri="{FF2B5EF4-FFF2-40B4-BE49-F238E27FC236}">
                <a16:creationId xmlns:a16="http://schemas.microsoft.com/office/drawing/2014/main" id="{FEA7AED0-9F00-4F7C-A54C-841A28FF3C9A}"/>
              </a:ext>
            </a:extLst>
          </p:cNvPr>
          <p:cNvSpPr>
            <a:spLocks noGrp="1"/>
          </p:cNvSpPr>
          <p:nvPr/>
        </p:nvSpPr>
        <p:spPr>
          <a:xfrm>
            <a:off x="5524500" y="1419225"/>
            <a:ext cx="66675" cy="228600"/>
          </a:xfrm>
          <a:prstGeom prst="line">
            <a:avLst/>
          </a:prstGeom>
          <a:noFill/>
          <a:ln w="13335">
            <a:solidFill>
              <a:srgbClr val="2E78B7"/>
            </a:solidFill>
            <a:prstDash val="solid"/>
          </a:ln>
        </p:spPr>
      </p:sp>
      <p:sp>
        <p:nvSpPr>
          <p:cNvPr id="65" name="step02-trace-6">
            <a:extLst>
              <a:ext uri="{FF2B5EF4-FFF2-40B4-BE49-F238E27FC236}">
                <a16:creationId xmlns:a16="http://schemas.microsoft.com/office/drawing/2014/main" id="{E2E4494C-630E-4F56-8D80-437B7785406E}"/>
              </a:ext>
            </a:extLst>
          </p:cNvPr>
          <p:cNvSpPr>
            <a:spLocks noGrp="1"/>
          </p:cNvSpPr>
          <p:nvPr/>
        </p:nvSpPr>
        <p:spPr>
          <a:xfrm flipV="1">
            <a:off x="5591175" y="1619250"/>
            <a:ext cx="123825" cy="28575"/>
          </a:xfrm>
          <a:prstGeom prst="line">
            <a:avLst/>
          </a:prstGeom>
          <a:noFill/>
          <a:ln w="13335">
            <a:solidFill>
              <a:srgbClr val="2E78B7"/>
            </a:solidFill>
            <a:prstDash val="solid"/>
          </a:ln>
        </p:spPr>
      </p:sp>
      <p:sp>
        <p:nvSpPr>
          <p:cNvPr id="66" name="step02-threshold">
            <a:extLst>
              <a:ext uri="{FF2B5EF4-FFF2-40B4-BE49-F238E27FC236}">
                <a16:creationId xmlns:a16="http://schemas.microsoft.com/office/drawing/2014/main" id="{D17043BA-3741-4333-BB97-D08B387140CA}"/>
              </a:ext>
            </a:extLst>
          </p:cNvPr>
          <p:cNvSpPr>
            <a:spLocks noGrp="1"/>
          </p:cNvSpPr>
          <p:nvPr/>
        </p:nvSpPr>
        <p:spPr>
          <a:xfrm>
            <a:off x="5143500" y="1524000"/>
            <a:ext cx="590550" cy="953"/>
          </a:xfrm>
          <a:prstGeom prst="line">
            <a:avLst/>
          </a:prstGeom>
          <a:noFill/>
          <a:ln w="9525">
            <a:solidFill>
              <a:srgbClr val="D94B4B"/>
            </a:solidFill>
            <a:prstDash val="dash"/>
          </a:ln>
        </p:spPr>
      </p:sp>
      <p:sp>
        <p:nvSpPr>
          <p:cNvPr id="67" name="step02-pulse-553">
            <a:extLst>
              <a:ext uri="{FF2B5EF4-FFF2-40B4-BE49-F238E27FC236}">
                <a16:creationId xmlns:a16="http://schemas.microsoft.com/office/drawing/2014/main" id="{AB6C94A8-DCF8-4133-A0DD-CA9566CCDAF1}"/>
              </a:ext>
            </a:extLst>
          </p:cNvPr>
          <p:cNvSpPr>
            <a:spLocks noGrp="1"/>
          </p:cNvSpPr>
          <p:nvPr/>
        </p:nvSpPr>
        <p:spPr>
          <a:xfrm>
            <a:off x="5267325" y="1752600"/>
            <a:ext cx="95250" cy="95250"/>
          </a:xfrm>
          <a:prstGeom prst="rect">
            <a:avLst/>
          </a:prstGeom>
          <a:solidFill>
            <a:srgbClr val="F7B955"/>
          </a:solidFill>
          <a:ln w="0">
            <a:solidFill>
              <a:srgbClr val="F7B955"/>
            </a:solidFill>
            <a:prstDash val="solid"/>
          </a:ln>
        </p:spPr>
      </p:sp>
      <p:sp>
        <p:nvSpPr>
          <p:cNvPr id="68" name="step02-pulse-577">
            <a:extLst>
              <a:ext uri="{FF2B5EF4-FFF2-40B4-BE49-F238E27FC236}">
                <a16:creationId xmlns:a16="http://schemas.microsoft.com/office/drawing/2014/main" id="{72424F39-D24A-4C4F-B9BB-935E1B0A33F6}"/>
              </a:ext>
            </a:extLst>
          </p:cNvPr>
          <p:cNvSpPr>
            <a:spLocks noGrp="1"/>
          </p:cNvSpPr>
          <p:nvPr/>
        </p:nvSpPr>
        <p:spPr>
          <a:xfrm>
            <a:off x="5495925" y="1752600"/>
            <a:ext cx="95250" cy="95250"/>
          </a:xfrm>
          <a:prstGeom prst="rect">
            <a:avLst/>
          </a:prstGeom>
          <a:solidFill>
            <a:srgbClr val="F7B955"/>
          </a:solidFill>
          <a:ln w="0">
            <a:solidFill>
              <a:srgbClr val="F7B955"/>
            </a:solidFill>
            <a:prstDash val="solid"/>
          </a:ln>
        </p:spPr>
      </p:sp>
      <p:sp>
        <p:nvSpPr>
          <p:cNvPr id="69" name="step02-map">
            <a:extLst>
              <a:ext uri="{FF2B5EF4-FFF2-40B4-BE49-F238E27FC236}">
                <a16:creationId xmlns:a16="http://schemas.microsoft.com/office/drawing/2014/main" id="{6122FF59-6751-4868-82F2-C3D727FD4E7F}"/>
              </a:ext>
            </a:extLst>
          </p:cNvPr>
          <p:cNvSpPr>
            <a:spLocks noGrp="1"/>
          </p:cNvSpPr>
          <p:nvPr/>
        </p:nvSpPr>
        <p:spPr>
          <a:xfrm>
            <a:off x="5848350" y="1390650"/>
            <a:ext cx="3238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2E78B7"/>
            </a:solidFill>
            <a:prstDash val="solid"/>
          </a:ln>
        </p:spPr>
      </p:sp>
      <p:sp>
        <p:nvSpPr>
          <p:cNvPr id="70" name="step02-map-h-1">
            <a:extLst>
              <a:ext uri="{FF2B5EF4-FFF2-40B4-BE49-F238E27FC236}">
                <a16:creationId xmlns:a16="http://schemas.microsoft.com/office/drawing/2014/main" id="{31D610AF-DD11-48CB-A5BE-B4D45A5B3D6B}"/>
              </a:ext>
            </a:extLst>
          </p:cNvPr>
          <p:cNvSpPr>
            <a:spLocks noGrp="1"/>
          </p:cNvSpPr>
          <p:nvPr/>
        </p:nvSpPr>
        <p:spPr>
          <a:xfrm>
            <a:off x="5848350" y="1495425"/>
            <a:ext cx="323850" cy="953"/>
          </a:xfrm>
          <a:prstGeom prst="line">
            <a:avLst/>
          </a:prstGeom>
          <a:noFill/>
          <a:ln w="7620">
            <a:solidFill>
              <a:srgbClr val="D6DEE5"/>
            </a:solidFill>
            <a:prstDash val="solid"/>
          </a:ln>
        </p:spPr>
      </p:sp>
      <p:sp>
        <p:nvSpPr>
          <p:cNvPr id="71" name="step02-map-h-2">
            <a:extLst>
              <a:ext uri="{FF2B5EF4-FFF2-40B4-BE49-F238E27FC236}">
                <a16:creationId xmlns:a16="http://schemas.microsoft.com/office/drawing/2014/main" id="{77B2EF86-7A1C-470B-B9F9-73D11E0C9071}"/>
              </a:ext>
            </a:extLst>
          </p:cNvPr>
          <p:cNvSpPr>
            <a:spLocks noGrp="1"/>
          </p:cNvSpPr>
          <p:nvPr/>
        </p:nvSpPr>
        <p:spPr>
          <a:xfrm>
            <a:off x="5848350" y="1600200"/>
            <a:ext cx="323850" cy="953"/>
          </a:xfrm>
          <a:prstGeom prst="line">
            <a:avLst/>
          </a:prstGeom>
          <a:noFill/>
          <a:ln w="7620">
            <a:solidFill>
              <a:srgbClr val="D6DEE5"/>
            </a:solidFill>
            <a:prstDash val="solid"/>
          </a:ln>
        </p:spPr>
      </p:sp>
      <p:sp>
        <p:nvSpPr>
          <p:cNvPr id="72" name="step02-map-h-3">
            <a:extLst>
              <a:ext uri="{FF2B5EF4-FFF2-40B4-BE49-F238E27FC236}">
                <a16:creationId xmlns:a16="http://schemas.microsoft.com/office/drawing/2014/main" id="{CD328ECD-1490-431C-8264-90FF5F20191D}"/>
              </a:ext>
            </a:extLst>
          </p:cNvPr>
          <p:cNvSpPr>
            <a:spLocks noGrp="1"/>
          </p:cNvSpPr>
          <p:nvPr/>
        </p:nvSpPr>
        <p:spPr>
          <a:xfrm>
            <a:off x="5848350" y="1704975"/>
            <a:ext cx="323850" cy="953"/>
          </a:xfrm>
          <a:prstGeom prst="line">
            <a:avLst/>
          </a:prstGeom>
          <a:noFill/>
          <a:ln w="7620">
            <a:solidFill>
              <a:srgbClr val="D6DEE5"/>
            </a:solidFill>
            <a:prstDash val="solid"/>
          </a:ln>
        </p:spPr>
      </p:sp>
      <p:sp>
        <p:nvSpPr>
          <p:cNvPr id="73" name="step02-maptext">
            <a:extLst>
              <a:ext uri="{FF2B5EF4-FFF2-40B4-BE49-F238E27FC236}">
                <a16:creationId xmlns:a16="http://schemas.microsoft.com/office/drawing/2014/main" id="{5D8354B0-25F5-4442-B3C7-C0947B1AEC45}"/>
              </a:ext>
            </a:extLst>
          </p:cNvPr>
          <p:cNvSpPr>
            <a:spLocks noGrp="1"/>
          </p:cNvSpPr>
          <p:nvPr/>
        </p:nvSpPr>
        <p:spPr>
          <a:xfrm>
            <a:off x="5867400" y="1860270"/>
            <a:ext cx="29527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585" b="0">
                <a:solidFill>
                  <a:srgbClr val="5E6B76"/>
                </a:solidFill>
                <a:latin typeface="Arial"/>
                <a:ea typeface="Arial"/>
                <a:cs typeface="Arial"/>
              </a:defRPr>
            </a:pPr>
            <a:r>
              <a:rPr sz="585" b="0" dirty="0">
                <a:solidFill>
                  <a:srgbClr val="5E6B76"/>
                </a:solidFill>
                <a:latin typeface="Arial"/>
                <a:ea typeface="Arial"/>
                <a:cs typeface="Arial"/>
              </a:rPr>
              <a:t>stim map</a:t>
            </a:r>
          </a:p>
        </p:txBody>
      </p:sp>
      <p:sp>
        <p:nvSpPr>
          <p:cNvPr id="74" name="step03-before">
            <a:extLst>
              <a:ext uri="{FF2B5EF4-FFF2-40B4-BE49-F238E27FC236}">
                <a16:creationId xmlns:a16="http://schemas.microsoft.com/office/drawing/2014/main" id="{370BBAF0-0BF3-42D7-953C-EE63F8521B59}"/>
              </a:ext>
            </a:extLst>
          </p:cNvPr>
          <p:cNvSpPr>
            <a:spLocks noGrp="1"/>
          </p:cNvSpPr>
          <p:nvPr/>
        </p:nvSpPr>
        <p:spPr>
          <a:xfrm>
            <a:off x="6819900" y="1362075"/>
            <a:ext cx="447675" cy="466725"/>
          </a:xfrm>
          <a:prstGeom prst="rect">
            <a:avLst/>
          </a:prstGeom>
          <a:solidFill>
            <a:srgbClr val="F8FBFF"/>
          </a:solidFill>
          <a:ln w="9525">
            <a:solidFill>
              <a:srgbClr val="D6DEE5"/>
            </a:solidFill>
            <a:prstDash val="solid"/>
          </a:ln>
        </p:spPr>
      </p:sp>
      <p:sp>
        <p:nvSpPr>
          <p:cNvPr id="75" name="step03-after">
            <a:extLst>
              <a:ext uri="{FF2B5EF4-FFF2-40B4-BE49-F238E27FC236}">
                <a16:creationId xmlns:a16="http://schemas.microsoft.com/office/drawing/2014/main" id="{E9B2E568-F5CE-4BB1-AF4B-C048DEC42CC9}"/>
              </a:ext>
            </a:extLst>
          </p:cNvPr>
          <p:cNvSpPr>
            <a:spLocks noGrp="1"/>
          </p:cNvSpPr>
          <p:nvPr/>
        </p:nvSpPr>
        <p:spPr>
          <a:xfrm>
            <a:off x="7486650" y="1362075"/>
            <a:ext cx="447675" cy="466725"/>
          </a:xfrm>
          <a:prstGeom prst="rect">
            <a:avLst/>
          </a:prstGeom>
          <a:solidFill>
            <a:srgbClr val="F8FBFF"/>
          </a:solidFill>
          <a:ln w="9525">
            <a:solidFill>
              <a:srgbClr val="D6DEE5"/>
            </a:solidFill>
            <a:prstDash val="solid"/>
          </a:ln>
        </p:spPr>
      </p:sp>
      <p:sp>
        <p:nvSpPr>
          <p:cNvPr id="76" name="step03-b-cell-0">
            <a:extLst>
              <a:ext uri="{FF2B5EF4-FFF2-40B4-BE49-F238E27FC236}">
                <a16:creationId xmlns:a16="http://schemas.microsoft.com/office/drawing/2014/main" id="{A273F31A-5330-4F1A-B9DB-C6C58A57265D}"/>
              </a:ext>
            </a:extLst>
          </p:cNvPr>
          <p:cNvSpPr>
            <a:spLocks noGrp="1"/>
          </p:cNvSpPr>
          <p:nvPr/>
        </p:nvSpPr>
        <p:spPr>
          <a:xfrm>
            <a:off x="6896100" y="1495425"/>
            <a:ext cx="95250" cy="95250"/>
          </a:xfrm>
          <a:prstGeom prst="ellipse">
            <a:avLst/>
          </a:prstGeom>
          <a:solidFill>
            <a:srgbClr val="CFE3F7"/>
          </a:solidFill>
          <a:ln w="9525">
            <a:solidFill>
              <a:srgbClr val="2E78B7"/>
            </a:solidFill>
            <a:prstDash val="solid"/>
          </a:ln>
        </p:spPr>
      </p:sp>
      <p:sp>
        <p:nvSpPr>
          <p:cNvPr id="77" name="step03-b-ghost-0">
            <a:extLst>
              <a:ext uri="{FF2B5EF4-FFF2-40B4-BE49-F238E27FC236}">
                <a16:creationId xmlns:a16="http://schemas.microsoft.com/office/drawing/2014/main" id="{057A3012-83D9-4B27-A6A3-D2F17CFF6B0C}"/>
              </a:ext>
            </a:extLst>
          </p:cNvPr>
          <p:cNvSpPr>
            <a:spLocks noGrp="1"/>
          </p:cNvSpPr>
          <p:nvPr/>
        </p:nvSpPr>
        <p:spPr>
          <a:xfrm>
            <a:off x="6953250" y="1533525"/>
            <a:ext cx="95250" cy="95250"/>
          </a:xfrm>
          <a:prstGeom prst="ellipse">
            <a:avLst/>
          </a:prstGeom>
          <a:noFill/>
          <a:ln w="7620">
            <a:solidFill>
              <a:srgbClr val="D94B4B"/>
            </a:solidFill>
            <a:prstDash val="solid"/>
          </a:ln>
        </p:spPr>
      </p:sp>
      <p:sp>
        <p:nvSpPr>
          <p:cNvPr id="78" name="step03-b-cell-1">
            <a:extLst>
              <a:ext uri="{FF2B5EF4-FFF2-40B4-BE49-F238E27FC236}">
                <a16:creationId xmlns:a16="http://schemas.microsoft.com/office/drawing/2014/main" id="{461C461B-0202-4B2A-89E2-FDFFECF9E463}"/>
              </a:ext>
            </a:extLst>
          </p:cNvPr>
          <p:cNvSpPr>
            <a:spLocks noGrp="1"/>
          </p:cNvSpPr>
          <p:nvPr/>
        </p:nvSpPr>
        <p:spPr>
          <a:xfrm>
            <a:off x="7019925" y="1562100"/>
            <a:ext cx="95250" cy="95250"/>
          </a:xfrm>
          <a:prstGeom prst="ellipse">
            <a:avLst/>
          </a:prstGeom>
          <a:solidFill>
            <a:srgbClr val="CFE3F7"/>
          </a:solidFill>
          <a:ln w="9525">
            <a:solidFill>
              <a:srgbClr val="2E78B7"/>
            </a:solidFill>
            <a:prstDash val="solid"/>
          </a:ln>
        </p:spPr>
      </p:sp>
      <p:sp>
        <p:nvSpPr>
          <p:cNvPr id="79" name="step03-b-ghost-1">
            <a:extLst>
              <a:ext uri="{FF2B5EF4-FFF2-40B4-BE49-F238E27FC236}">
                <a16:creationId xmlns:a16="http://schemas.microsoft.com/office/drawing/2014/main" id="{589B514F-5640-4DA4-8AEF-896C81CE0A8E}"/>
              </a:ext>
            </a:extLst>
          </p:cNvPr>
          <p:cNvSpPr>
            <a:spLocks noGrp="1"/>
          </p:cNvSpPr>
          <p:nvPr/>
        </p:nvSpPr>
        <p:spPr>
          <a:xfrm>
            <a:off x="7077075" y="1600200"/>
            <a:ext cx="95250" cy="95250"/>
          </a:xfrm>
          <a:prstGeom prst="ellipse">
            <a:avLst/>
          </a:prstGeom>
          <a:noFill/>
          <a:ln w="7620">
            <a:solidFill>
              <a:srgbClr val="D94B4B"/>
            </a:solidFill>
            <a:prstDash val="solid"/>
          </a:ln>
        </p:spPr>
      </p:sp>
      <p:sp>
        <p:nvSpPr>
          <p:cNvPr id="80" name="step03-b-cell-2">
            <a:extLst>
              <a:ext uri="{FF2B5EF4-FFF2-40B4-BE49-F238E27FC236}">
                <a16:creationId xmlns:a16="http://schemas.microsoft.com/office/drawing/2014/main" id="{09D472F1-8821-4949-9ABB-FDF0F63F4A54}"/>
              </a:ext>
            </a:extLst>
          </p:cNvPr>
          <p:cNvSpPr>
            <a:spLocks noGrp="1"/>
          </p:cNvSpPr>
          <p:nvPr/>
        </p:nvSpPr>
        <p:spPr>
          <a:xfrm>
            <a:off x="7124700" y="1447800"/>
            <a:ext cx="95250" cy="95250"/>
          </a:xfrm>
          <a:prstGeom prst="ellipse">
            <a:avLst/>
          </a:prstGeom>
          <a:solidFill>
            <a:srgbClr val="CFE3F7"/>
          </a:solidFill>
          <a:ln w="9525">
            <a:solidFill>
              <a:srgbClr val="2E78B7"/>
            </a:solidFill>
            <a:prstDash val="solid"/>
          </a:ln>
        </p:spPr>
      </p:sp>
      <p:sp>
        <p:nvSpPr>
          <p:cNvPr id="81" name="step03-b-ghost-2">
            <a:extLst>
              <a:ext uri="{FF2B5EF4-FFF2-40B4-BE49-F238E27FC236}">
                <a16:creationId xmlns:a16="http://schemas.microsoft.com/office/drawing/2014/main" id="{99337692-1CD9-40F0-B6D0-63419D2E01C0}"/>
              </a:ext>
            </a:extLst>
          </p:cNvPr>
          <p:cNvSpPr>
            <a:spLocks noGrp="1"/>
          </p:cNvSpPr>
          <p:nvPr/>
        </p:nvSpPr>
        <p:spPr>
          <a:xfrm>
            <a:off x="7181850" y="1485900"/>
            <a:ext cx="95250" cy="95250"/>
          </a:xfrm>
          <a:prstGeom prst="ellipse">
            <a:avLst/>
          </a:prstGeom>
          <a:noFill/>
          <a:ln w="7620">
            <a:solidFill>
              <a:srgbClr val="D94B4B"/>
            </a:solidFill>
            <a:prstDash val="solid"/>
          </a:ln>
        </p:spPr>
      </p:sp>
      <p:sp>
        <p:nvSpPr>
          <p:cNvPr id="82" name="step03-a-cell-0">
            <a:extLst>
              <a:ext uri="{FF2B5EF4-FFF2-40B4-BE49-F238E27FC236}">
                <a16:creationId xmlns:a16="http://schemas.microsoft.com/office/drawing/2014/main" id="{DA7185ED-F352-496A-BD67-886C5EC3F675}"/>
              </a:ext>
            </a:extLst>
          </p:cNvPr>
          <p:cNvSpPr>
            <a:spLocks noGrp="1"/>
          </p:cNvSpPr>
          <p:nvPr/>
        </p:nvSpPr>
        <p:spPr>
          <a:xfrm>
            <a:off x="7591425" y="1514475"/>
            <a:ext cx="104775" cy="104775"/>
          </a:xfrm>
          <a:prstGeom prst="ellipse">
            <a:avLst/>
          </a:prstGeom>
          <a:solidFill>
            <a:srgbClr val="CFE3F7"/>
          </a:solidFill>
          <a:ln w="11430">
            <a:solidFill>
              <a:srgbClr val="2E78B7"/>
            </a:solidFill>
            <a:prstDash val="solid"/>
          </a:ln>
        </p:spPr>
      </p:sp>
      <p:sp>
        <p:nvSpPr>
          <p:cNvPr id="83" name="step03-a-cell-1">
            <a:extLst>
              <a:ext uri="{FF2B5EF4-FFF2-40B4-BE49-F238E27FC236}">
                <a16:creationId xmlns:a16="http://schemas.microsoft.com/office/drawing/2014/main" id="{7A594B73-40D3-48AF-B1B7-02D2BFFF8B04}"/>
              </a:ext>
            </a:extLst>
          </p:cNvPr>
          <p:cNvSpPr>
            <a:spLocks noGrp="1"/>
          </p:cNvSpPr>
          <p:nvPr/>
        </p:nvSpPr>
        <p:spPr>
          <a:xfrm>
            <a:off x="7705725" y="1581150"/>
            <a:ext cx="104775" cy="104775"/>
          </a:xfrm>
          <a:prstGeom prst="ellipse">
            <a:avLst/>
          </a:prstGeom>
          <a:solidFill>
            <a:srgbClr val="CFE3F7"/>
          </a:solidFill>
          <a:ln w="11430">
            <a:solidFill>
              <a:srgbClr val="2E78B7"/>
            </a:solidFill>
            <a:prstDash val="solid"/>
          </a:ln>
        </p:spPr>
      </p:sp>
      <p:sp>
        <p:nvSpPr>
          <p:cNvPr id="84" name="step03-a-cell-2">
            <a:extLst>
              <a:ext uri="{FF2B5EF4-FFF2-40B4-BE49-F238E27FC236}">
                <a16:creationId xmlns:a16="http://schemas.microsoft.com/office/drawing/2014/main" id="{98203448-50FB-4F36-9072-F2097E747EDC}"/>
              </a:ext>
            </a:extLst>
          </p:cNvPr>
          <p:cNvSpPr>
            <a:spLocks noGrp="1"/>
          </p:cNvSpPr>
          <p:nvPr/>
        </p:nvSpPr>
        <p:spPr>
          <a:xfrm>
            <a:off x="7800975" y="1466850"/>
            <a:ext cx="104775" cy="104775"/>
          </a:xfrm>
          <a:prstGeom prst="ellipse">
            <a:avLst/>
          </a:prstGeom>
          <a:solidFill>
            <a:srgbClr val="CFE3F7"/>
          </a:solidFill>
          <a:ln w="11430">
            <a:solidFill>
              <a:srgbClr val="2E78B7"/>
            </a:solidFill>
            <a:prstDash val="solid"/>
          </a:ln>
        </p:spPr>
      </p:sp>
      <p:sp>
        <p:nvSpPr>
          <p:cNvPr id="85" name="step03-mot-arrow">
            <a:extLst>
              <a:ext uri="{FF2B5EF4-FFF2-40B4-BE49-F238E27FC236}">
                <a16:creationId xmlns:a16="http://schemas.microsoft.com/office/drawing/2014/main" id="{49C63F57-AB6F-42B4-8661-DFC407F7B7ED}"/>
              </a:ext>
            </a:extLst>
          </p:cNvPr>
          <p:cNvSpPr>
            <a:spLocks noGrp="1"/>
          </p:cNvSpPr>
          <p:nvPr/>
        </p:nvSpPr>
        <p:spPr>
          <a:xfrm>
            <a:off x="7315200" y="1552575"/>
            <a:ext cx="133350" cy="76200"/>
          </a:xfrm>
          <a:prstGeom prst="rightArrow">
            <a:avLst/>
          </a:prstGeom>
          <a:solidFill>
            <a:srgbClr val="263B4A"/>
          </a:solidFill>
          <a:ln w="0">
            <a:solidFill>
              <a:srgbClr val="263B4A"/>
            </a:solidFill>
            <a:prstDash val="solid"/>
          </a:ln>
        </p:spPr>
      </p:sp>
      <p:sp>
        <p:nvSpPr>
          <p:cNvPr id="86" name="step03-beforetext">
            <a:extLst>
              <a:ext uri="{FF2B5EF4-FFF2-40B4-BE49-F238E27FC236}">
                <a16:creationId xmlns:a16="http://schemas.microsoft.com/office/drawing/2014/main" id="{8444B90F-7EE0-4A81-819F-08710A573957}"/>
              </a:ext>
            </a:extLst>
          </p:cNvPr>
          <p:cNvSpPr>
            <a:spLocks noGrp="1"/>
          </p:cNvSpPr>
          <p:nvPr/>
        </p:nvSpPr>
        <p:spPr>
          <a:xfrm>
            <a:off x="6829425" y="1838325"/>
            <a:ext cx="428625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563" b="0">
                <a:solidFill>
                  <a:srgbClr val="5E6B76"/>
                </a:solidFill>
                <a:latin typeface="Arial"/>
                <a:ea typeface="Arial"/>
                <a:cs typeface="Arial"/>
              </a:defRPr>
            </a:pPr>
            <a:r>
              <a:rPr sz="563" b="0">
                <a:solidFill>
                  <a:srgbClr val="5E6B76"/>
                </a:solidFill>
                <a:latin typeface="Arial"/>
                <a:ea typeface="Arial"/>
                <a:cs typeface="Arial"/>
              </a:rPr>
              <a:t>before</a:t>
            </a:r>
          </a:p>
        </p:txBody>
      </p:sp>
      <p:sp>
        <p:nvSpPr>
          <p:cNvPr id="87" name="step03-aftertext">
            <a:extLst>
              <a:ext uri="{FF2B5EF4-FFF2-40B4-BE49-F238E27FC236}">
                <a16:creationId xmlns:a16="http://schemas.microsoft.com/office/drawing/2014/main" id="{5E7FD586-1763-4FA6-9A73-F6A23D0A36E3}"/>
              </a:ext>
            </a:extLst>
          </p:cNvPr>
          <p:cNvSpPr>
            <a:spLocks noGrp="1"/>
          </p:cNvSpPr>
          <p:nvPr/>
        </p:nvSpPr>
        <p:spPr>
          <a:xfrm>
            <a:off x="7496175" y="1838325"/>
            <a:ext cx="428625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563" b="0">
                <a:solidFill>
                  <a:srgbClr val="5E6B76"/>
                </a:solidFill>
                <a:latin typeface="Arial"/>
                <a:ea typeface="Arial"/>
                <a:cs typeface="Arial"/>
              </a:defRPr>
            </a:pPr>
            <a:r>
              <a:rPr sz="563" b="0">
                <a:solidFill>
                  <a:srgbClr val="5E6B76"/>
                </a:solidFill>
                <a:latin typeface="Arial"/>
                <a:ea typeface="Arial"/>
                <a:cs typeface="Arial"/>
              </a:rPr>
              <a:t>after</a:t>
            </a:r>
          </a:p>
        </p:txBody>
      </p:sp>
      <p:sp>
        <p:nvSpPr>
          <p:cNvPr id="88" name="step04-hp-left">
            <a:extLst>
              <a:ext uri="{FF2B5EF4-FFF2-40B4-BE49-F238E27FC236}">
                <a16:creationId xmlns:a16="http://schemas.microsoft.com/office/drawing/2014/main" id="{7AAB5662-88BE-4CF9-B17E-88A03C5BD79D}"/>
              </a:ext>
            </a:extLst>
          </p:cNvPr>
          <p:cNvSpPr>
            <a:spLocks noGrp="1"/>
          </p:cNvSpPr>
          <p:nvPr/>
        </p:nvSpPr>
        <p:spPr>
          <a:xfrm>
            <a:off x="8515350" y="1362075"/>
            <a:ext cx="447675" cy="466725"/>
          </a:xfrm>
          <a:prstGeom prst="rect">
            <a:avLst/>
          </a:prstGeom>
          <a:solidFill>
            <a:srgbClr val="F4F0EA"/>
          </a:solidFill>
          <a:ln w="9525">
            <a:solidFill>
              <a:srgbClr val="D6DEE5"/>
            </a:solidFill>
            <a:prstDash val="solid"/>
          </a:ln>
        </p:spPr>
      </p:sp>
      <p:sp>
        <p:nvSpPr>
          <p:cNvPr id="89" name="step04-blur">
            <a:extLst>
              <a:ext uri="{FF2B5EF4-FFF2-40B4-BE49-F238E27FC236}">
                <a16:creationId xmlns:a16="http://schemas.microsoft.com/office/drawing/2014/main" id="{BE7367D0-DD35-428A-9AA1-D095D9F775DC}"/>
              </a:ext>
            </a:extLst>
          </p:cNvPr>
          <p:cNvSpPr>
            <a:spLocks noGrp="1"/>
          </p:cNvSpPr>
          <p:nvPr/>
        </p:nvSpPr>
        <p:spPr>
          <a:xfrm>
            <a:off x="8610600" y="1457325"/>
            <a:ext cx="247650" cy="209550"/>
          </a:xfrm>
          <a:prstGeom prst="ellipse">
            <a:avLst/>
          </a:prstGeom>
          <a:solidFill>
            <a:srgbClr val="D8C7AE"/>
          </a:solidFill>
          <a:ln w="0">
            <a:solidFill>
              <a:srgbClr val="D8C7AE"/>
            </a:solidFill>
            <a:prstDash val="solid"/>
          </a:ln>
        </p:spPr>
      </p:sp>
      <p:sp>
        <p:nvSpPr>
          <p:cNvPr id="90" name="step04-hp-arrow">
            <a:extLst>
              <a:ext uri="{FF2B5EF4-FFF2-40B4-BE49-F238E27FC236}">
                <a16:creationId xmlns:a16="http://schemas.microsoft.com/office/drawing/2014/main" id="{D0D2CC4F-564E-4C7B-B123-41AE80D9F545}"/>
              </a:ext>
            </a:extLst>
          </p:cNvPr>
          <p:cNvSpPr>
            <a:spLocks noGrp="1"/>
          </p:cNvSpPr>
          <p:nvPr/>
        </p:nvSpPr>
        <p:spPr>
          <a:xfrm>
            <a:off x="9001125" y="1552575"/>
            <a:ext cx="133350" cy="76200"/>
          </a:xfrm>
          <a:prstGeom prst="rightArrow">
            <a:avLst/>
          </a:prstGeom>
          <a:solidFill>
            <a:srgbClr val="263B4A"/>
          </a:solidFill>
          <a:ln w="0">
            <a:solidFill>
              <a:srgbClr val="263B4A"/>
            </a:solidFill>
            <a:prstDash val="solid"/>
          </a:ln>
        </p:spPr>
      </p:sp>
      <p:sp>
        <p:nvSpPr>
          <p:cNvPr id="91" name="step04-hp-right">
            <a:extLst>
              <a:ext uri="{FF2B5EF4-FFF2-40B4-BE49-F238E27FC236}">
                <a16:creationId xmlns:a16="http://schemas.microsoft.com/office/drawing/2014/main" id="{F9498E06-3BB1-41F1-AA66-C2BC1F4AFBF2}"/>
              </a:ext>
            </a:extLst>
          </p:cNvPr>
          <p:cNvSpPr>
            <a:spLocks noGrp="1"/>
          </p:cNvSpPr>
          <p:nvPr/>
        </p:nvSpPr>
        <p:spPr>
          <a:xfrm>
            <a:off x="9182100" y="1362075"/>
            <a:ext cx="447675" cy="466725"/>
          </a:xfrm>
          <a:prstGeom prst="rect">
            <a:avLst/>
          </a:prstGeom>
          <a:solidFill>
            <a:srgbClr val="F8FBFF"/>
          </a:solidFill>
          <a:ln w="9525">
            <a:solidFill>
              <a:srgbClr val="D6DEE5"/>
            </a:solidFill>
            <a:prstDash val="solid"/>
          </a:ln>
        </p:spPr>
      </p:sp>
      <p:sp>
        <p:nvSpPr>
          <p:cNvPr id="92" name="step04-edge-0">
            <a:extLst>
              <a:ext uri="{FF2B5EF4-FFF2-40B4-BE49-F238E27FC236}">
                <a16:creationId xmlns:a16="http://schemas.microsoft.com/office/drawing/2014/main" id="{1AB47AFF-C94A-479D-B7DC-6A4A13159C0E}"/>
              </a:ext>
            </a:extLst>
          </p:cNvPr>
          <p:cNvSpPr>
            <a:spLocks noGrp="1"/>
          </p:cNvSpPr>
          <p:nvPr/>
        </p:nvSpPr>
        <p:spPr>
          <a:xfrm>
            <a:off x="9267825" y="1457325"/>
            <a:ext cx="114300" cy="95250"/>
          </a:xfrm>
          <a:prstGeom prst="ellipse">
            <a:avLst/>
          </a:prstGeom>
          <a:noFill/>
          <a:ln w="13335">
            <a:solidFill>
              <a:srgbClr val="2D8C57"/>
            </a:solidFill>
            <a:prstDash val="solid"/>
          </a:ln>
        </p:spPr>
      </p:sp>
      <p:sp>
        <p:nvSpPr>
          <p:cNvPr id="93" name="step04-edge-1">
            <a:extLst>
              <a:ext uri="{FF2B5EF4-FFF2-40B4-BE49-F238E27FC236}">
                <a16:creationId xmlns:a16="http://schemas.microsoft.com/office/drawing/2014/main" id="{0DF92DE8-4076-4AE8-B061-C5EBA6DEB0D4}"/>
              </a:ext>
            </a:extLst>
          </p:cNvPr>
          <p:cNvSpPr>
            <a:spLocks noGrp="1"/>
          </p:cNvSpPr>
          <p:nvPr/>
        </p:nvSpPr>
        <p:spPr>
          <a:xfrm>
            <a:off x="9448800" y="1457325"/>
            <a:ext cx="114300" cy="95250"/>
          </a:xfrm>
          <a:prstGeom prst="ellipse">
            <a:avLst/>
          </a:prstGeom>
          <a:noFill/>
          <a:ln w="13335">
            <a:solidFill>
              <a:srgbClr val="2D8C57"/>
            </a:solidFill>
            <a:prstDash val="solid"/>
          </a:ln>
        </p:spPr>
      </p:sp>
      <p:sp>
        <p:nvSpPr>
          <p:cNvPr id="94" name="step04-edge-2">
            <a:extLst>
              <a:ext uri="{FF2B5EF4-FFF2-40B4-BE49-F238E27FC236}">
                <a16:creationId xmlns:a16="http://schemas.microsoft.com/office/drawing/2014/main" id="{681E3382-C611-4553-8D02-53AE546D72DF}"/>
              </a:ext>
            </a:extLst>
          </p:cNvPr>
          <p:cNvSpPr>
            <a:spLocks noGrp="1"/>
          </p:cNvSpPr>
          <p:nvPr/>
        </p:nvSpPr>
        <p:spPr>
          <a:xfrm>
            <a:off x="9267825" y="1609725"/>
            <a:ext cx="114300" cy="95250"/>
          </a:xfrm>
          <a:prstGeom prst="ellipse">
            <a:avLst/>
          </a:prstGeom>
          <a:noFill/>
          <a:ln w="13335">
            <a:solidFill>
              <a:srgbClr val="2D8C57"/>
            </a:solidFill>
            <a:prstDash val="solid"/>
          </a:ln>
        </p:spPr>
      </p:sp>
      <p:sp>
        <p:nvSpPr>
          <p:cNvPr id="95" name="step04-edge-3">
            <a:extLst>
              <a:ext uri="{FF2B5EF4-FFF2-40B4-BE49-F238E27FC236}">
                <a16:creationId xmlns:a16="http://schemas.microsoft.com/office/drawing/2014/main" id="{942763BE-A017-4904-8FE7-BD1B1A67A983}"/>
              </a:ext>
            </a:extLst>
          </p:cNvPr>
          <p:cNvSpPr>
            <a:spLocks noGrp="1"/>
          </p:cNvSpPr>
          <p:nvPr/>
        </p:nvSpPr>
        <p:spPr>
          <a:xfrm>
            <a:off x="9448800" y="1609725"/>
            <a:ext cx="114300" cy="95250"/>
          </a:xfrm>
          <a:prstGeom prst="ellipse">
            <a:avLst/>
          </a:prstGeom>
          <a:noFill/>
          <a:ln w="13335">
            <a:solidFill>
              <a:srgbClr val="2D8C57"/>
            </a:solidFill>
            <a:prstDash val="solid"/>
          </a:ln>
        </p:spPr>
      </p:sp>
      <p:sp>
        <p:nvSpPr>
          <p:cNvPr id="96" name="step04-hptext">
            <a:extLst>
              <a:ext uri="{FF2B5EF4-FFF2-40B4-BE49-F238E27FC236}">
                <a16:creationId xmlns:a16="http://schemas.microsoft.com/office/drawing/2014/main" id="{6D9BCD41-73B4-4877-B448-55FEE60EEACF}"/>
              </a:ext>
            </a:extLst>
          </p:cNvPr>
          <p:cNvSpPr>
            <a:spLocks noGrp="1"/>
          </p:cNvSpPr>
          <p:nvPr/>
        </p:nvSpPr>
        <p:spPr>
          <a:xfrm>
            <a:off x="8543925" y="1838325"/>
            <a:ext cx="105727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578" b="0">
                <a:solidFill>
                  <a:srgbClr val="5E6B76"/>
                </a:solidFill>
                <a:latin typeface="Arial"/>
                <a:ea typeface="Arial"/>
                <a:cs typeface="Arial"/>
              </a:defRPr>
            </a:pPr>
            <a:r>
              <a:rPr sz="578" b="0">
                <a:solidFill>
                  <a:srgbClr val="5E6B76"/>
                </a:solidFill>
                <a:latin typeface="Arial"/>
                <a:ea typeface="Arial"/>
                <a:cs typeface="Arial"/>
              </a:rPr>
              <a:t>background down, edges up</a:t>
            </a:r>
          </a:p>
        </p:txBody>
      </p:sp>
      <p:sp>
        <p:nvSpPr>
          <p:cNvPr id="97" name="step05-suite2p">
            <a:extLst>
              <a:ext uri="{FF2B5EF4-FFF2-40B4-BE49-F238E27FC236}">
                <a16:creationId xmlns:a16="http://schemas.microsoft.com/office/drawing/2014/main" id="{8ACD8D50-1971-4E3B-B253-0CD6584D3B56}"/>
              </a:ext>
            </a:extLst>
          </p:cNvPr>
          <p:cNvSpPr>
            <a:spLocks noGrp="1"/>
          </p:cNvSpPr>
          <p:nvPr/>
        </p:nvSpPr>
        <p:spPr>
          <a:xfrm>
            <a:off x="10220325" y="1323975"/>
            <a:ext cx="495300" cy="190500"/>
          </a:xfrm>
          <a:prstGeom prst="roundRect">
            <a:avLst>
              <a:gd name="adj" fmla="val 20000"/>
            </a:avLst>
          </a:prstGeom>
          <a:solidFill>
            <a:srgbClr val="EDF4FB"/>
          </a:solidFill>
          <a:ln w="9525">
            <a:solidFill>
              <a:srgbClr val="2E78B7"/>
            </a:solidFill>
            <a:prstDash val="solid"/>
          </a:ln>
        </p:spPr>
      </p:sp>
      <p:sp>
        <p:nvSpPr>
          <p:cNvPr id="98" name="step05-suite2ptext">
            <a:extLst>
              <a:ext uri="{FF2B5EF4-FFF2-40B4-BE49-F238E27FC236}">
                <a16:creationId xmlns:a16="http://schemas.microsoft.com/office/drawing/2014/main" id="{6C9782A6-7ABB-42A5-8183-FAB93C87A31A}"/>
              </a:ext>
            </a:extLst>
          </p:cNvPr>
          <p:cNvSpPr>
            <a:spLocks noGrp="1"/>
          </p:cNvSpPr>
          <p:nvPr/>
        </p:nvSpPr>
        <p:spPr>
          <a:xfrm>
            <a:off x="10220325" y="1352550"/>
            <a:ext cx="4953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638" b="1">
                <a:solidFill>
                  <a:srgbClr val="2E78B7"/>
                </a:solidFill>
                <a:latin typeface="Arial"/>
                <a:ea typeface="Arial"/>
                <a:cs typeface="Arial"/>
              </a:defRPr>
            </a:pPr>
            <a:r>
              <a:rPr sz="638" b="1" dirty="0">
                <a:solidFill>
                  <a:srgbClr val="2E78B7"/>
                </a:solidFill>
                <a:latin typeface="Arial"/>
                <a:ea typeface="Arial"/>
                <a:cs typeface="Arial"/>
              </a:rPr>
              <a:t>suite2p</a:t>
            </a:r>
          </a:p>
        </p:txBody>
      </p:sp>
      <p:sp>
        <p:nvSpPr>
          <p:cNvPr id="99" name="step05-cellpose">
            <a:extLst>
              <a:ext uri="{FF2B5EF4-FFF2-40B4-BE49-F238E27FC236}">
                <a16:creationId xmlns:a16="http://schemas.microsoft.com/office/drawing/2014/main" id="{67605808-98E4-4B2C-9F0A-53CE5EC44917}"/>
              </a:ext>
            </a:extLst>
          </p:cNvPr>
          <p:cNvSpPr>
            <a:spLocks noGrp="1"/>
          </p:cNvSpPr>
          <p:nvPr/>
        </p:nvSpPr>
        <p:spPr>
          <a:xfrm>
            <a:off x="10220325" y="1590675"/>
            <a:ext cx="495300" cy="190500"/>
          </a:xfrm>
          <a:prstGeom prst="roundRect">
            <a:avLst>
              <a:gd name="adj" fmla="val 20000"/>
            </a:avLst>
          </a:prstGeom>
          <a:solidFill>
            <a:srgbClr val="F3F8EF"/>
          </a:solidFill>
          <a:ln w="9525">
            <a:solidFill>
              <a:srgbClr val="2D8C57"/>
            </a:solidFill>
            <a:prstDash val="solid"/>
          </a:ln>
        </p:spPr>
      </p:sp>
      <p:sp>
        <p:nvSpPr>
          <p:cNvPr id="100" name="step05-cellposetext">
            <a:extLst>
              <a:ext uri="{FF2B5EF4-FFF2-40B4-BE49-F238E27FC236}">
                <a16:creationId xmlns:a16="http://schemas.microsoft.com/office/drawing/2014/main" id="{95173DE9-F3B2-42A3-94B9-3756814EBE23}"/>
              </a:ext>
            </a:extLst>
          </p:cNvPr>
          <p:cNvSpPr>
            <a:spLocks noGrp="1"/>
          </p:cNvSpPr>
          <p:nvPr/>
        </p:nvSpPr>
        <p:spPr>
          <a:xfrm>
            <a:off x="10220325" y="1619250"/>
            <a:ext cx="4953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638" b="1">
                <a:solidFill>
                  <a:srgbClr val="2D8C57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2D8C57"/>
                </a:solidFill>
                <a:latin typeface="Arial"/>
                <a:ea typeface="Arial"/>
                <a:cs typeface="Arial"/>
              </a:rPr>
              <a:t>Cellpose</a:t>
            </a:r>
          </a:p>
        </p:txBody>
      </p:sp>
      <p:sp>
        <p:nvSpPr>
          <p:cNvPr id="101" name="step05-cand-arrow1">
            <a:extLst>
              <a:ext uri="{FF2B5EF4-FFF2-40B4-BE49-F238E27FC236}">
                <a16:creationId xmlns:a16="http://schemas.microsoft.com/office/drawing/2014/main" id="{E0A0A52A-2303-4E20-AD64-175195D37CEB}"/>
              </a:ext>
            </a:extLst>
          </p:cNvPr>
          <p:cNvSpPr>
            <a:spLocks noGrp="1"/>
          </p:cNvSpPr>
          <p:nvPr/>
        </p:nvSpPr>
        <p:spPr>
          <a:xfrm>
            <a:off x="10753725" y="1419225"/>
            <a:ext cx="209550" cy="76200"/>
          </a:xfrm>
          <a:prstGeom prst="rightArrow">
            <a:avLst/>
          </a:prstGeom>
          <a:solidFill>
            <a:srgbClr val="263B4A"/>
          </a:solidFill>
          <a:ln w="0">
            <a:solidFill>
              <a:srgbClr val="263B4A"/>
            </a:solidFill>
            <a:prstDash val="solid"/>
          </a:ln>
        </p:spPr>
      </p:sp>
      <p:sp>
        <p:nvSpPr>
          <p:cNvPr id="102" name="step05-cand-arrow2">
            <a:extLst>
              <a:ext uri="{FF2B5EF4-FFF2-40B4-BE49-F238E27FC236}">
                <a16:creationId xmlns:a16="http://schemas.microsoft.com/office/drawing/2014/main" id="{815EF22B-6A6B-4FBB-97DE-547E2ACBE47B}"/>
              </a:ext>
            </a:extLst>
          </p:cNvPr>
          <p:cNvSpPr>
            <a:spLocks noGrp="1"/>
          </p:cNvSpPr>
          <p:nvPr/>
        </p:nvSpPr>
        <p:spPr>
          <a:xfrm>
            <a:off x="10753725" y="1685925"/>
            <a:ext cx="209550" cy="76200"/>
          </a:xfrm>
          <a:prstGeom prst="rightArrow">
            <a:avLst/>
          </a:prstGeom>
          <a:solidFill>
            <a:srgbClr val="263B4A"/>
          </a:solidFill>
          <a:ln w="0">
            <a:solidFill>
              <a:srgbClr val="263B4A"/>
            </a:solidFill>
            <a:prstDash val="solid"/>
          </a:ln>
        </p:spPr>
      </p:sp>
      <p:sp>
        <p:nvSpPr>
          <p:cNvPr id="103" name="step05-roi1">
            <a:extLst>
              <a:ext uri="{FF2B5EF4-FFF2-40B4-BE49-F238E27FC236}">
                <a16:creationId xmlns:a16="http://schemas.microsoft.com/office/drawing/2014/main" id="{C44533B0-95F1-403E-BBFF-9DD66BECB891}"/>
              </a:ext>
            </a:extLst>
          </p:cNvPr>
          <p:cNvSpPr>
            <a:spLocks noGrp="1"/>
          </p:cNvSpPr>
          <p:nvPr/>
        </p:nvSpPr>
        <p:spPr>
          <a:xfrm>
            <a:off x="11039475" y="1371600"/>
            <a:ext cx="190500" cy="171450"/>
          </a:xfrm>
          <a:prstGeom prst="ellipse">
            <a:avLst/>
          </a:prstGeom>
          <a:noFill/>
          <a:ln w="19050">
            <a:solidFill>
              <a:srgbClr val="F7B955"/>
            </a:solidFill>
            <a:prstDash val="solid"/>
          </a:ln>
        </p:spPr>
      </p:sp>
      <p:sp>
        <p:nvSpPr>
          <p:cNvPr id="104" name="step05-roi2">
            <a:extLst>
              <a:ext uri="{FF2B5EF4-FFF2-40B4-BE49-F238E27FC236}">
                <a16:creationId xmlns:a16="http://schemas.microsoft.com/office/drawing/2014/main" id="{E9C4E15D-BBF1-4BEB-B40B-E66369534133}"/>
              </a:ext>
            </a:extLst>
          </p:cNvPr>
          <p:cNvSpPr>
            <a:spLocks noGrp="1"/>
          </p:cNvSpPr>
          <p:nvPr/>
        </p:nvSpPr>
        <p:spPr>
          <a:xfrm>
            <a:off x="11125200" y="1543050"/>
            <a:ext cx="171450" cy="171450"/>
          </a:xfrm>
          <a:prstGeom prst="ellipse">
            <a:avLst/>
          </a:prstGeom>
          <a:noFill/>
          <a:ln w="19050">
            <a:solidFill>
              <a:srgbClr val="F7B955"/>
            </a:solidFill>
            <a:prstDash val="solid"/>
          </a:ln>
        </p:spPr>
      </p:sp>
      <p:sp>
        <p:nvSpPr>
          <p:cNvPr id="105" name="step05-roi3">
            <a:extLst>
              <a:ext uri="{FF2B5EF4-FFF2-40B4-BE49-F238E27FC236}">
                <a16:creationId xmlns:a16="http://schemas.microsoft.com/office/drawing/2014/main" id="{8878D23C-394B-491D-83E6-BF2C32A340DE}"/>
              </a:ext>
            </a:extLst>
          </p:cNvPr>
          <p:cNvSpPr>
            <a:spLocks noGrp="1"/>
          </p:cNvSpPr>
          <p:nvPr/>
        </p:nvSpPr>
        <p:spPr>
          <a:xfrm>
            <a:off x="10972800" y="1600200"/>
            <a:ext cx="142875" cy="142875"/>
          </a:xfrm>
          <a:prstGeom prst="ellipse">
            <a:avLst/>
          </a:prstGeom>
          <a:noFill/>
          <a:ln w="19050">
            <a:solidFill>
              <a:srgbClr val="F7B955"/>
            </a:solidFill>
            <a:prstDash val="solid"/>
          </a:ln>
        </p:spPr>
      </p:sp>
      <p:sp>
        <p:nvSpPr>
          <p:cNvPr id="106" name="step05-cand-label">
            <a:extLst>
              <a:ext uri="{FF2B5EF4-FFF2-40B4-BE49-F238E27FC236}">
                <a16:creationId xmlns:a16="http://schemas.microsoft.com/office/drawing/2014/main" id="{2890185F-6357-4F56-BF0F-2E27BB7D8854}"/>
              </a:ext>
            </a:extLst>
          </p:cNvPr>
          <p:cNvSpPr>
            <a:spLocks noGrp="1"/>
          </p:cNvSpPr>
          <p:nvPr/>
        </p:nvSpPr>
        <p:spPr>
          <a:xfrm>
            <a:off x="10801350" y="1800225"/>
            <a:ext cx="61912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570" b="1">
                <a:solidFill>
                  <a:srgbClr val="C06B24"/>
                </a:solidFill>
                <a:latin typeface="Arial"/>
                <a:ea typeface="Arial"/>
                <a:cs typeface="Arial"/>
              </a:defRPr>
            </a:pPr>
            <a:r>
              <a:rPr sz="570" b="1" dirty="0">
                <a:solidFill>
                  <a:srgbClr val="C06B24"/>
                </a:solidFill>
                <a:latin typeface="Arial"/>
                <a:ea typeface="Arial"/>
                <a:cs typeface="Arial"/>
              </a:rPr>
              <a:t>Candidate ROI</a:t>
            </a:r>
          </a:p>
          <a:p>
            <a:pPr algn="ctr">
              <a:defRPr sz="570" b="1">
                <a:solidFill>
                  <a:srgbClr val="C06B24"/>
                </a:solidFill>
                <a:latin typeface="Arial"/>
                <a:ea typeface="Arial"/>
                <a:cs typeface="Arial"/>
              </a:defRPr>
            </a:pPr>
            <a:r>
              <a:rPr sz="570" b="1" dirty="0">
                <a:solidFill>
                  <a:srgbClr val="C06B24"/>
                </a:solidFill>
                <a:latin typeface="Arial"/>
                <a:ea typeface="Arial"/>
                <a:cs typeface="Arial"/>
              </a:rPr>
              <a:t>not final</a:t>
            </a:r>
          </a:p>
        </p:txBody>
      </p:sp>
      <p:sp>
        <p:nvSpPr>
          <p:cNvPr id="107" name="manual-card">
            <a:extLst>
              <a:ext uri="{FF2B5EF4-FFF2-40B4-BE49-F238E27FC236}">
                <a16:creationId xmlns:a16="http://schemas.microsoft.com/office/drawing/2014/main" id="{86D4C5FB-D381-4FC6-B2A8-AB8A97C2D5AD}"/>
              </a:ext>
            </a:extLst>
          </p:cNvPr>
          <p:cNvSpPr>
            <a:spLocks noGrp="1"/>
          </p:cNvSpPr>
          <p:nvPr/>
        </p:nvSpPr>
        <p:spPr>
          <a:xfrm>
            <a:off x="1676400" y="2743200"/>
            <a:ext cx="8877300" cy="104775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3335">
            <a:solidFill>
              <a:srgbClr val="C06B24"/>
            </a:solidFill>
            <a:prstDash val="solid"/>
          </a:ln>
        </p:spPr>
      </p:sp>
      <p:cxnSp>
        <p:nvCxnSpPr>
          <p:cNvPr id="423" name="肘形连接符 422"/>
          <p:cNvCxnSpPr>
            <a:stCxn id="35" idx="2"/>
            <a:endCxn id="107" idx="0"/>
          </p:cNvCxnSpPr>
          <p:nvPr/>
        </p:nvCxnSpPr>
        <p:spPr>
          <a:xfrm flipH="1">
            <a:off x="6115050" y="2076450"/>
            <a:ext cx="4648200" cy="666750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263B4A"/>
            </a:solidFill>
            <a:prstDash val="solid"/>
            <a:headEnd type="triangle" w="sm" len="sm"/>
          </a:ln>
        </p:spPr>
      </p:cxnSp>
      <p:sp>
        <p:nvSpPr>
          <p:cNvPr id="109" name="manual-caption">
            <a:extLst>
              <a:ext uri="{FF2B5EF4-FFF2-40B4-BE49-F238E27FC236}">
                <a16:creationId xmlns:a16="http://schemas.microsoft.com/office/drawing/2014/main" id="{A898E49C-AC4B-4784-87FE-1AB429B8129F}"/>
              </a:ext>
            </a:extLst>
          </p:cNvPr>
          <p:cNvSpPr>
            <a:spLocks noGrp="1"/>
          </p:cNvSpPr>
          <p:nvPr/>
        </p:nvSpPr>
        <p:spPr>
          <a:xfrm>
            <a:off x="1828800" y="283845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l">
              <a:defRPr sz="1125" b="1">
                <a:solidFill>
                  <a:srgbClr val="C06B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06B24"/>
                </a:solidFill>
                <a:latin typeface="Arial"/>
                <a:ea typeface="Arial"/>
                <a:cs typeface="Arial"/>
              </a:rPr>
              <a:t>Human curation</a:t>
            </a:r>
          </a:p>
        </p:txBody>
      </p:sp>
      <p:sp>
        <p:nvSpPr>
          <p:cNvPr id="110" name="manual-input-label">
            <a:extLst>
              <a:ext uri="{FF2B5EF4-FFF2-40B4-BE49-F238E27FC236}">
                <a16:creationId xmlns:a16="http://schemas.microsoft.com/office/drawing/2014/main" id="{45D62909-522A-40F7-BBBC-09C095BD6422}"/>
              </a:ext>
            </a:extLst>
          </p:cNvPr>
          <p:cNvSpPr>
            <a:spLocks noGrp="1"/>
          </p:cNvSpPr>
          <p:nvPr/>
        </p:nvSpPr>
        <p:spPr>
          <a:xfrm>
            <a:off x="1847850" y="3086100"/>
            <a:ext cx="1028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713" b="0">
                <a:solidFill>
                  <a:srgbClr val="5E6B76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5E6B76"/>
                </a:solidFill>
                <a:latin typeface="Arial"/>
                <a:ea typeface="Arial"/>
                <a:cs typeface="Arial"/>
              </a:rPr>
              <a:t>Candidate ROI pool</a:t>
            </a:r>
          </a:p>
        </p:txBody>
      </p:sp>
      <p:sp>
        <p:nvSpPr>
          <p:cNvPr id="111" name="manual-candidate-0">
            <a:extLst>
              <a:ext uri="{FF2B5EF4-FFF2-40B4-BE49-F238E27FC236}">
                <a16:creationId xmlns:a16="http://schemas.microsoft.com/office/drawing/2014/main" id="{BC54C88A-78C9-473C-8AD7-8CA2CFBEC659}"/>
              </a:ext>
            </a:extLst>
          </p:cNvPr>
          <p:cNvSpPr>
            <a:spLocks noGrp="1"/>
          </p:cNvSpPr>
          <p:nvPr/>
        </p:nvSpPr>
        <p:spPr>
          <a:xfrm>
            <a:off x="1962150" y="3295650"/>
            <a:ext cx="171450" cy="142875"/>
          </a:xfrm>
          <a:prstGeom prst="ellipse">
            <a:avLst/>
          </a:prstGeom>
          <a:noFill/>
          <a:ln w="15240">
            <a:solidFill>
              <a:srgbClr val="F7B955"/>
            </a:solidFill>
            <a:prstDash val="solid"/>
          </a:ln>
        </p:spPr>
      </p:sp>
      <p:sp>
        <p:nvSpPr>
          <p:cNvPr id="112" name="manual-candidate-1">
            <a:extLst>
              <a:ext uri="{FF2B5EF4-FFF2-40B4-BE49-F238E27FC236}">
                <a16:creationId xmlns:a16="http://schemas.microsoft.com/office/drawing/2014/main" id="{FA421CF7-BF85-4A2B-BEAD-05E911A302A5}"/>
              </a:ext>
            </a:extLst>
          </p:cNvPr>
          <p:cNvSpPr>
            <a:spLocks noGrp="1"/>
          </p:cNvSpPr>
          <p:nvPr/>
        </p:nvSpPr>
        <p:spPr>
          <a:xfrm>
            <a:off x="2286000" y="3295650"/>
            <a:ext cx="171450" cy="142875"/>
          </a:xfrm>
          <a:prstGeom prst="ellipse">
            <a:avLst/>
          </a:prstGeom>
          <a:noFill/>
          <a:ln w="15240">
            <a:solidFill>
              <a:srgbClr val="F7B955"/>
            </a:solidFill>
            <a:prstDash val="solid"/>
          </a:ln>
        </p:spPr>
      </p:sp>
      <p:sp>
        <p:nvSpPr>
          <p:cNvPr id="113" name="manual-candidate-2">
            <a:extLst>
              <a:ext uri="{FF2B5EF4-FFF2-40B4-BE49-F238E27FC236}">
                <a16:creationId xmlns:a16="http://schemas.microsoft.com/office/drawing/2014/main" id="{CA10F15E-234F-4102-9AE2-FE78C6D55B80}"/>
              </a:ext>
            </a:extLst>
          </p:cNvPr>
          <p:cNvSpPr>
            <a:spLocks noGrp="1"/>
          </p:cNvSpPr>
          <p:nvPr/>
        </p:nvSpPr>
        <p:spPr>
          <a:xfrm>
            <a:off x="1962150" y="3486150"/>
            <a:ext cx="171450" cy="142875"/>
          </a:xfrm>
          <a:prstGeom prst="ellipse">
            <a:avLst/>
          </a:prstGeom>
          <a:noFill/>
          <a:ln w="15240">
            <a:solidFill>
              <a:srgbClr val="F7B955"/>
            </a:solidFill>
            <a:prstDash val="solid"/>
          </a:ln>
        </p:spPr>
      </p:sp>
      <p:sp>
        <p:nvSpPr>
          <p:cNvPr id="114" name="manual-candidate-3">
            <a:extLst>
              <a:ext uri="{FF2B5EF4-FFF2-40B4-BE49-F238E27FC236}">
                <a16:creationId xmlns:a16="http://schemas.microsoft.com/office/drawing/2014/main" id="{421DB472-D91D-4757-8C92-3E915E1BCD5B}"/>
              </a:ext>
            </a:extLst>
          </p:cNvPr>
          <p:cNvSpPr>
            <a:spLocks noGrp="1"/>
          </p:cNvSpPr>
          <p:nvPr/>
        </p:nvSpPr>
        <p:spPr>
          <a:xfrm>
            <a:off x="2286000" y="3486150"/>
            <a:ext cx="171450" cy="142875"/>
          </a:xfrm>
          <a:prstGeom prst="ellipse">
            <a:avLst/>
          </a:prstGeom>
          <a:noFill/>
          <a:ln w="15240">
            <a:solidFill>
              <a:srgbClr val="F7B955"/>
            </a:solidFill>
            <a:prstDash val="solid"/>
          </a:ln>
        </p:spPr>
      </p:sp>
      <p:sp>
        <p:nvSpPr>
          <p:cNvPr id="115" name="manual-arrow-a">
            <a:extLst>
              <a:ext uri="{FF2B5EF4-FFF2-40B4-BE49-F238E27FC236}">
                <a16:creationId xmlns:a16="http://schemas.microsoft.com/office/drawing/2014/main" id="{84F2E2FA-1649-43D2-BF32-756F7F89C3E0}"/>
              </a:ext>
            </a:extLst>
          </p:cNvPr>
          <p:cNvSpPr>
            <a:spLocks noGrp="1"/>
          </p:cNvSpPr>
          <p:nvPr/>
        </p:nvSpPr>
        <p:spPr>
          <a:xfrm>
            <a:off x="2952750" y="3362325"/>
            <a:ext cx="323850" cy="114300"/>
          </a:xfrm>
          <a:prstGeom prst="rightArrow">
            <a:avLst/>
          </a:prstGeom>
          <a:solidFill>
            <a:srgbClr val="263B4A"/>
          </a:solidFill>
          <a:ln w="0">
            <a:solidFill>
              <a:srgbClr val="263B4A"/>
            </a:solidFill>
            <a:prstDash val="solid"/>
          </a:ln>
        </p:spPr>
      </p:sp>
      <p:sp>
        <p:nvSpPr>
          <p:cNvPr id="116" name="manual-monitor">
            <a:extLst>
              <a:ext uri="{FF2B5EF4-FFF2-40B4-BE49-F238E27FC236}">
                <a16:creationId xmlns:a16="http://schemas.microsoft.com/office/drawing/2014/main" id="{DD81658F-2840-47D2-82A8-690C0EEE07E7}"/>
              </a:ext>
            </a:extLst>
          </p:cNvPr>
          <p:cNvSpPr>
            <a:spLocks noGrp="1"/>
          </p:cNvSpPr>
          <p:nvPr/>
        </p:nvSpPr>
        <p:spPr>
          <a:xfrm>
            <a:off x="3486150" y="2981325"/>
            <a:ext cx="2209800" cy="657225"/>
          </a:xfrm>
          <a:prstGeom prst="rect">
            <a:avLst/>
          </a:prstGeom>
          <a:solidFill>
            <a:srgbClr val="F8FAFC"/>
          </a:solidFill>
          <a:ln w="11430">
            <a:solidFill>
              <a:srgbClr val="C06B24"/>
            </a:solidFill>
            <a:prstDash val="solid"/>
          </a:ln>
        </p:spPr>
      </p:sp>
      <p:sp>
        <p:nvSpPr>
          <p:cNvPr id="117" name="manual-screen-bar">
            <a:extLst>
              <a:ext uri="{FF2B5EF4-FFF2-40B4-BE49-F238E27FC236}">
                <a16:creationId xmlns:a16="http://schemas.microsoft.com/office/drawing/2014/main" id="{FAE890FD-983F-486D-9832-32A3F6C9528A}"/>
              </a:ext>
            </a:extLst>
          </p:cNvPr>
          <p:cNvSpPr>
            <a:spLocks noGrp="1"/>
          </p:cNvSpPr>
          <p:nvPr/>
        </p:nvSpPr>
        <p:spPr>
          <a:xfrm>
            <a:off x="3486150" y="2981325"/>
            <a:ext cx="2209800" cy="85725"/>
          </a:xfrm>
          <a:prstGeom prst="rect">
            <a:avLst/>
          </a:prstGeom>
          <a:solidFill>
            <a:srgbClr val="FBE2C8"/>
          </a:solidFill>
          <a:ln w="0">
            <a:solidFill>
              <a:srgbClr val="C06B24"/>
            </a:solidFill>
            <a:prstDash val="solid"/>
          </a:ln>
        </p:spPr>
      </p:sp>
      <p:sp>
        <p:nvSpPr>
          <p:cNvPr id="118" name="manual-screen-roi-1">
            <a:extLst>
              <a:ext uri="{FF2B5EF4-FFF2-40B4-BE49-F238E27FC236}">
                <a16:creationId xmlns:a16="http://schemas.microsoft.com/office/drawing/2014/main" id="{1E4FBC19-1EB4-4C7F-9609-195AD547B039}"/>
              </a:ext>
            </a:extLst>
          </p:cNvPr>
          <p:cNvSpPr>
            <a:spLocks noGrp="1"/>
          </p:cNvSpPr>
          <p:nvPr/>
        </p:nvSpPr>
        <p:spPr>
          <a:xfrm>
            <a:off x="3829050" y="3181350"/>
            <a:ext cx="333375" cy="247650"/>
          </a:xfrm>
          <a:prstGeom prst="ellipse">
            <a:avLst/>
          </a:prstGeom>
          <a:noFill/>
          <a:ln w="17145">
            <a:solidFill>
              <a:srgbClr val="2D8C57"/>
            </a:solidFill>
            <a:prstDash val="solid"/>
          </a:ln>
        </p:spPr>
      </p:sp>
      <p:sp>
        <p:nvSpPr>
          <p:cNvPr id="119" name="manual-screen-roi-2">
            <a:extLst>
              <a:ext uri="{FF2B5EF4-FFF2-40B4-BE49-F238E27FC236}">
                <a16:creationId xmlns:a16="http://schemas.microsoft.com/office/drawing/2014/main" id="{CEA4663B-5054-43E9-B442-B63AF9B47D33}"/>
              </a:ext>
            </a:extLst>
          </p:cNvPr>
          <p:cNvSpPr>
            <a:spLocks noGrp="1"/>
          </p:cNvSpPr>
          <p:nvPr/>
        </p:nvSpPr>
        <p:spPr>
          <a:xfrm>
            <a:off x="4324350" y="3209925"/>
            <a:ext cx="257175" cy="228600"/>
          </a:xfrm>
          <a:prstGeom prst="ellipse">
            <a:avLst/>
          </a:prstGeom>
          <a:noFill/>
          <a:ln w="15240">
            <a:solidFill>
              <a:srgbClr val="F7B955"/>
            </a:solidFill>
            <a:prstDash val="solid"/>
          </a:ln>
        </p:spPr>
      </p:sp>
      <p:sp>
        <p:nvSpPr>
          <p:cNvPr id="120" name="manual-screen-roi-3">
            <a:extLst>
              <a:ext uri="{FF2B5EF4-FFF2-40B4-BE49-F238E27FC236}">
                <a16:creationId xmlns:a16="http://schemas.microsoft.com/office/drawing/2014/main" id="{A837610D-CCDD-4BC4-8011-CCE695A1369F}"/>
              </a:ext>
            </a:extLst>
          </p:cNvPr>
          <p:cNvSpPr>
            <a:spLocks noGrp="1"/>
          </p:cNvSpPr>
          <p:nvPr/>
        </p:nvSpPr>
        <p:spPr>
          <a:xfrm>
            <a:off x="4867275" y="3171825"/>
            <a:ext cx="295275" cy="266700"/>
          </a:xfrm>
          <a:prstGeom prst="ellipse">
            <a:avLst/>
          </a:prstGeom>
          <a:noFill/>
          <a:ln w="13335">
            <a:solidFill>
              <a:srgbClr val="D94B4B"/>
            </a:solidFill>
            <a:prstDash val="solid"/>
          </a:ln>
        </p:spPr>
      </p:sp>
      <p:sp>
        <p:nvSpPr>
          <p:cNvPr id="121" name="manual-cursor-a">
            <a:extLst>
              <a:ext uri="{FF2B5EF4-FFF2-40B4-BE49-F238E27FC236}">
                <a16:creationId xmlns:a16="http://schemas.microsoft.com/office/drawing/2014/main" id="{0C6381E9-EF94-4591-A862-E0612D7F6B38}"/>
              </a:ext>
            </a:extLst>
          </p:cNvPr>
          <p:cNvSpPr>
            <a:spLocks noGrp="1"/>
          </p:cNvSpPr>
          <p:nvPr/>
        </p:nvSpPr>
        <p:spPr>
          <a:xfrm>
            <a:off x="5229225" y="3486150"/>
            <a:ext cx="171450" cy="95250"/>
          </a:xfrm>
          <a:prstGeom prst="line">
            <a:avLst/>
          </a:prstGeom>
          <a:noFill/>
          <a:ln w="12383">
            <a:solidFill>
              <a:srgbClr val="17212B"/>
            </a:solidFill>
            <a:prstDash val="solid"/>
          </a:ln>
        </p:spPr>
      </p:sp>
      <p:sp>
        <p:nvSpPr>
          <p:cNvPr id="122" name="manual-cursor-b">
            <a:extLst>
              <a:ext uri="{FF2B5EF4-FFF2-40B4-BE49-F238E27FC236}">
                <a16:creationId xmlns:a16="http://schemas.microsoft.com/office/drawing/2014/main" id="{7A796890-09D1-44EB-8C76-DDD597E54458}"/>
              </a:ext>
            </a:extLst>
          </p:cNvPr>
          <p:cNvSpPr>
            <a:spLocks noGrp="1"/>
          </p:cNvSpPr>
          <p:nvPr/>
        </p:nvSpPr>
        <p:spPr>
          <a:xfrm>
            <a:off x="5229225" y="3486150"/>
            <a:ext cx="47625" cy="190500"/>
          </a:xfrm>
          <a:prstGeom prst="line">
            <a:avLst/>
          </a:prstGeom>
          <a:noFill/>
          <a:ln w="12383">
            <a:solidFill>
              <a:srgbClr val="17212B"/>
            </a:solidFill>
            <a:prstDash val="solid"/>
          </a:ln>
        </p:spPr>
      </p:sp>
      <p:sp>
        <p:nvSpPr>
          <p:cNvPr id="123" name="manual-arrow-b">
            <a:extLst>
              <a:ext uri="{FF2B5EF4-FFF2-40B4-BE49-F238E27FC236}">
                <a16:creationId xmlns:a16="http://schemas.microsoft.com/office/drawing/2014/main" id="{B838BB5C-9FE5-4A05-8D46-6431A3FC5CF4}"/>
              </a:ext>
            </a:extLst>
          </p:cNvPr>
          <p:cNvSpPr>
            <a:spLocks noGrp="1"/>
          </p:cNvSpPr>
          <p:nvPr/>
        </p:nvSpPr>
        <p:spPr>
          <a:xfrm>
            <a:off x="5829300" y="3362325"/>
            <a:ext cx="323850" cy="114300"/>
          </a:xfrm>
          <a:prstGeom prst="rightArrow">
            <a:avLst/>
          </a:prstGeom>
          <a:solidFill>
            <a:srgbClr val="263B4A"/>
          </a:solidFill>
          <a:ln w="0">
            <a:solidFill>
              <a:srgbClr val="263B4A"/>
            </a:solidFill>
            <a:prstDash val="solid"/>
          </a:ln>
        </p:spPr>
      </p:sp>
      <p:sp>
        <p:nvSpPr>
          <p:cNvPr id="124" name="manual-delete">
            <a:extLst>
              <a:ext uri="{FF2B5EF4-FFF2-40B4-BE49-F238E27FC236}">
                <a16:creationId xmlns:a16="http://schemas.microsoft.com/office/drawing/2014/main" id="{F4F6FBB1-6C3A-4485-8CFE-6056A404ABBA}"/>
              </a:ext>
            </a:extLst>
          </p:cNvPr>
          <p:cNvSpPr>
            <a:spLocks noGrp="1"/>
          </p:cNvSpPr>
          <p:nvPr/>
        </p:nvSpPr>
        <p:spPr>
          <a:xfrm>
            <a:off x="6334125" y="3095625"/>
            <a:ext cx="914400" cy="219075"/>
          </a:xfrm>
          <a:prstGeom prst="roundRect">
            <a:avLst>
              <a:gd name="adj" fmla="val 17391"/>
            </a:avLst>
          </a:prstGeom>
          <a:solidFill>
            <a:srgbClr val="FDECEC"/>
          </a:solidFill>
          <a:ln w="9525">
            <a:solidFill>
              <a:srgbClr val="D94B4B"/>
            </a:solidFill>
            <a:prstDash val="solid"/>
          </a:ln>
        </p:spPr>
      </p:sp>
      <p:sp>
        <p:nvSpPr>
          <p:cNvPr id="125" name="manual-delete-text">
            <a:extLst>
              <a:ext uri="{FF2B5EF4-FFF2-40B4-BE49-F238E27FC236}">
                <a16:creationId xmlns:a16="http://schemas.microsoft.com/office/drawing/2014/main" id="{D0BE930E-EB16-4BFC-BD36-A175606868D4}"/>
              </a:ext>
            </a:extLst>
          </p:cNvPr>
          <p:cNvSpPr>
            <a:spLocks noGrp="1"/>
          </p:cNvSpPr>
          <p:nvPr/>
        </p:nvSpPr>
        <p:spPr>
          <a:xfrm>
            <a:off x="6391275" y="3124200"/>
            <a:ext cx="8001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615" b="1">
                <a:solidFill>
                  <a:srgbClr val="D94B4B"/>
                </a:solidFill>
                <a:latin typeface="Arial"/>
                <a:ea typeface="Arial"/>
                <a:cs typeface="Arial"/>
              </a:defRPr>
            </a:pPr>
            <a:r>
              <a:rPr sz="615" b="1">
                <a:solidFill>
                  <a:srgbClr val="D94B4B"/>
                </a:solidFill>
                <a:latin typeface="Arial"/>
                <a:ea typeface="Arial"/>
                <a:cs typeface="Arial"/>
              </a:rPr>
              <a:t>delete false ROI</a:t>
            </a:r>
          </a:p>
        </p:txBody>
      </p:sp>
      <p:sp>
        <p:nvSpPr>
          <p:cNvPr id="126" name="manual-add">
            <a:extLst>
              <a:ext uri="{FF2B5EF4-FFF2-40B4-BE49-F238E27FC236}">
                <a16:creationId xmlns:a16="http://schemas.microsoft.com/office/drawing/2014/main" id="{D26484AF-4EF7-4BA5-A5D2-2A8A763E62BC}"/>
              </a:ext>
            </a:extLst>
          </p:cNvPr>
          <p:cNvSpPr>
            <a:spLocks noGrp="1"/>
          </p:cNvSpPr>
          <p:nvPr/>
        </p:nvSpPr>
        <p:spPr>
          <a:xfrm>
            <a:off x="6334125" y="3390900"/>
            <a:ext cx="914400" cy="219075"/>
          </a:xfrm>
          <a:prstGeom prst="roundRect">
            <a:avLst>
              <a:gd name="adj" fmla="val 17391"/>
            </a:avLst>
          </a:prstGeom>
          <a:solidFill>
            <a:srgbClr val="E9F8EF"/>
          </a:solidFill>
          <a:ln w="9525">
            <a:solidFill>
              <a:srgbClr val="2D8C57"/>
            </a:solidFill>
            <a:prstDash val="solid"/>
          </a:ln>
        </p:spPr>
      </p:sp>
      <p:sp>
        <p:nvSpPr>
          <p:cNvPr id="127" name="manual-add-text">
            <a:extLst>
              <a:ext uri="{FF2B5EF4-FFF2-40B4-BE49-F238E27FC236}">
                <a16:creationId xmlns:a16="http://schemas.microsoft.com/office/drawing/2014/main" id="{D8321BA9-CAED-4A48-B0E4-88C5FC343C10}"/>
              </a:ext>
            </a:extLst>
          </p:cNvPr>
          <p:cNvSpPr>
            <a:spLocks noGrp="1"/>
          </p:cNvSpPr>
          <p:nvPr/>
        </p:nvSpPr>
        <p:spPr>
          <a:xfrm>
            <a:off x="6391275" y="3419475"/>
            <a:ext cx="8001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615" b="1">
                <a:solidFill>
                  <a:srgbClr val="2D8C57"/>
                </a:solidFill>
                <a:latin typeface="Arial"/>
                <a:ea typeface="Arial"/>
                <a:cs typeface="Arial"/>
              </a:defRPr>
            </a:pPr>
            <a:r>
              <a:rPr sz="615" b="1">
                <a:solidFill>
                  <a:srgbClr val="2D8C57"/>
                </a:solidFill>
                <a:latin typeface="Arial"/>
                <a:ea typeface="Arial"/>
                <a:cs typeface="Arial"/>
              </a:rPr>
              <a:t>draw missing ROI</a:t>
            </a:r>
          </a:p>
        </p:txBody>
      </p:sp>
      <p:sp>
        <p:nvSpPr>
          <p:cNvPr id="128" name="manual-arrow-c">
            <a:extLst>
              <a:ext uri="{FF2B5EF4-FFF2-40B4-BE49-F238E27FC236}">
                <a16:creationId xmlns:a16="http://schemas.microsoft.com/office/drawing/2014/main" id="{982EB251-9A30-4D89-A0BA-433E242968F1}"/>
              </a:ext>
            </a:extLst>
          </p:cNvPr>
          <p:cNvSpPr>
            <a:spLocks noGrp="1"/>
          </p:cNvSpPr>
          <p:nvPr/>
        </p:nvSpPr>
        <p:spPr>
          <a:xfrm>
            <a:off x="7429500" y="3362325"/>
            <a:ext cx="323850" cy="114300"/>
          </a:xfrm>
          <a:prstGeom prst="rightArrow">
            <a:avLst/>
          </a:prstGeom>
          <a:solidFill>
            <a:srgbClr val="263B4A"/>
          </a:solidFill>
          <a:ln w="0">
            <a:solidFill>
              <a:srgbClr val="263B4A"/>
            </a:solidFill>
            <a:prstDash val="solid"/>
          </a:ln>
        </p:spPr>
      </p:sp>
      <p:sp>
        <p:nvSpPr>
          <p:cNvPr id="129" name="manual-final-box">
            <a:extLst>
              <a:ext uri="{FF2B5EF4-FFF2-40B4-BE49-F238E27FC236}">
                <a16:creationId xmlns:a16="http://schemas.microsoft.com/office/drawing/2014/main" id="{30D927AE-EE3C-4C4E-BA3A-A9A4BFA49C42}"/>
              </a:ext>
            </a:extLst>
          </p:cNvPr>
          <p:cNvSpPr>
            <a:spLocks noGrp="1"/>
          </p:cNvSpPr>
          <p:nvPr/>
        </p:nvSpPr>
        <p:spPr>
          <a:xfrm>
            <a:off x="7962900" y="3057525"/>
            <a:ext cx="1619250" cy="581025"/>
          </a:xfrm>
          <a:prstGeom prst="roundRect">
            <a:avLst>
              <a:gd name="adj" fmla="val 11475"/>
            </a:avLst>
          </a:prstGeom>
          <a:solidFill>
            <a:srgbClr val="F1FBF4"/>
          </a:solidFill>
          <a:ln w="14288">
            <a:solidFill>
              <a:srgbClr val="2D8C57"/>
            </a:solidFill>
            <a:prstDash val="solid"/>
          </a:ln>
        </p:spPr>
      </p:sp>
      <p:sp>
        <p:nvSpPr>
          <p:cNvPr id="130" name="manual-final-title">
            <a:extLst>
              <a:ext uri="{FF2B5EF4-FFF2-40B4-BE49-F238E27FC236}">
                <a16:creationId xmlns:a16="http://schemas.microsoft.com/office/drawing/2014/main" id="{C7F5A506-A783-441B-A76D-3B056BD86530}"/>
              </a:ext>
            </a:extLst>
          </p:cNvPr>
          <p:cNvSpPr>
            <a:spLocks noGrp="1"/>
          </p:cNvSpPr>
          <p:nvPr/>
        </p:nvSpPr>
        <p:spPr>
          <a:xfrm>
            <a:off x="8058150" y="310515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938" b="1">
                <a:solidFill>
                  <a:srgbClr val="2D8C57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D8C57"/>
                </a:solidFill>
                <a:latin typeface="Arial"/>
                <a:ea typeface="Arial"/>
                <a:cs typeface="Arial"/>
              </a:rPr>
              <a:t>Final ROI set</a:t>
            </a:r>
          </a:p>
        </p:txBody>
      </p:sp>
      <p:sp>
        <p:nvSpPr>
          <p:cNvPr id="131" name="manual-final-roi-0">
            <a:extLst>
              <a:ext uri="{FF2B5EF4-FFF2-40B4-BE49-F238E27FC236}">
                <a16:creationId xmlns:a16="http://schemas.microsoft.com/office/drawing/2014/main" id="{2BF30C56-0876-4FE0-95D8-A09DDB15A9C1}"/>
              </a:ext>
            </a:extLst>
          </p:cNvPr>
          <p:cNvSpPr>
            <a:spLocks noGrp="1"/>
          </p:cNvSpPr>
          <p:nvPr/>
        </p:nvSpPr>
        <p:spPr>
          <a:xfrm>
            <a:off x="8239125" y="3343275"/>
            <a:ext cx="142875" cy="114300"/>
          </a:xfrm>
          <a:prstGeom prst="ellipse">
            <a:avLst/>
          </a:prstGeom>
          <a:noFill/>
          <a:ln w="13335">
            <a:solidFill>
              <a:srgbClr val="2D8C57"/>
            </a:solidFill>
            <a:prstDash val="solid"/>
          </a:ln>
        </p:spPr>
      </p:sp>
      <p:sp>
        <p:nvSpPr>
          <p:cNvPr id="132" name="manual-final-roi-1">
            <a:extLst>
              <a:ext uri="{FF2B5EF4-FFF2-40B4-BE49-F238E27FC236}">
                <a16:creationId xmlns:a16="http://schemas.microsoft.com/office/drawing/2014/main" id="{F32D65B8-D556-4068-A945-7B790DE7D92D}"/>
              </a:ext>
            </a:extLst>
          </p:cNvPr>
          <p:cNvSpPr>
            <a:spLocks noGrp="1"/>
          </p:cNvSpPr>
          <p:nvPr/>
        </p:nvSpPr>
        <p:spPr>
          <a:xfrm>
            <a:off x="8439150" y="3390900"/>
            <a:ext cx="142875" cy="114300"/>
          </a:xfrm>
          <a:prstGeom prst="ellipse">
            <a:avLst/>
          </a:prstGeom>
          <a:noFill/>
          <a:ln w="13335">
            <a:solidFill>
              <a:srgbClr val="2D8C57"/>
            </a:solidFill>
            <a:prstDash val="solid"/>
          </a:ln>
        </p:spPr>
      </p:sp>
      <p:sp>
        <p:nvSpPr>
          <p:cNvPr id="133" name="manual-final-roi-2">
            <a:extLst>
              <a:ext uri="{FF2B5EF4-FFF2-40B4-BE49-F238E27FC236}">
                <a16:creationId xmlns:a16="http://schemas.microsoft.com/office/drawing/2014/main" id="{F55B3CE4-5A74-4A2D-A6B3-4BCA42AF91F8}"/>
              </a:ext>
            </a:extLst>
          </p:cNvPr>
          <p:cNvSpPr>
            <a:spLocks noGrp="1"/>
          </p:cNvSpPr>
          <p:nvPr/>
        </p:nvSpPr>
        <p:spPr>
          <a:xfrm>
            <a:off x="8639175" y="3343275"/>
            <a:ext cx="142875" cy="114300"/>
          </a:xfrm>
          <a:prstGeom prst="ellipse">
            <a:avLst/>
          </a:prstGeom>
          <a:noFill/>
          <a:ln w="13335">
            <a:solidFill>
              <a:srgbClr val="2D8C57"/>
            </a:solidFill>
            <a:prstDash val="solid"/>
          </a:ln>
        </p:spPr>
      </p:sp>
      <p:sp>
        <p:nvSpPr>
          <p:cNvPr id="134" name="manual-final-roi-3">
            <a:extLst>
              <a:ext uri="{FF2B5EF4-FFF2-40B4-BE49-F238E27FC236}">
                <a16:creationId xmlns:a16="http://schemas.microsoft.com/office/drawing/2014/main" id="{4B4EF780-D169-4C88-9234-547C676EA480}"/>
              </a:ext>
            </a:extLst>
          </p:cNvPr>
          <p:cNvSpPr>
            <a:spLocks noGrp="1"/>
          </p:cNvSpPr>
          <p:nvPr/>
        </p:nvSpPr>
        <p:spPr>
          <a:xfrm>
            <a:off x="8839200" y="3390900"/>
            <a:ext cx="142875" cy="114300"/>
          </a:xfrm>
          <a:prstGeom prst="ellipse">
            <a:avLst/>
          </a:prstGeom>
          <a:noFill/>
          <a:ln w="13335">
            <a:solidFill>
              <a:srgbClr val="2D8C57"/>
            </a:solidFill>
            <a:prstDash val="solid"/>
          </a:ln>
        </p:spPr>
      </p:sp>
      <p:sp>
        <p:nvSpPr>
          <p:cNvPr id="135" name="manual-final-roi-4">
            <a:extLst>
              <a:ext uri="{FF2B5EF4-FFF2-40B4-BE49-F238E27FC236}">
                <a16:creationId xmlns:a16="http://schemas.microsoft.com/office/drawing/2014/main" id="{89BD626F-20FA-43DF-B836-AF5AD15184F7}"/>
              </a:ext>
            </a:extLst>
          </p:cNvPr>
          <p:cNvSpPr>
            <a:spLocks noGrp="1"/>
          </p:cNvSpPr>
          <p:nvPr/>
        </p:nvSpPr>
        <p:spPr>
          <a:xfrm>
            <a:off x="9039225" y="3343275"/>
            <a:ext cx="142875" cy="114300"/>
          </a:xfrm>
          <a:prstGeom prst="ellipse">
            <a:avLst/>
          </a:prstGeom>
          <a:noFill/>
          <a:ln w="13335">
            <a:solidFill>
              <a:srgbClr val="2D8C57"/>
            </a:solidFill>
            <a:prstDash val="solid"/>
          </a:ln>
        </p:spPr>
      </p:sp>
      <p:sp>
        <p:nvSpPr>
          <p:cNvPr id="136" name="manual-final-note">
            <a:extLst>
              <a:ext uri="{FF2B5EF4-FFF2-40B4-BE49-F238E27FC236}">
                <a16:creationId xmlns:a16="http://schemas.microsoft.com/office/drawing/2014/main" id="{1BF97DAC-47B5-4A2E-B968-85FA870EFAF2}"/>
              </a:ext>
            </a:extLst>
          </p:cNvPr>
          <p:cNvSpPr>
            <a:spLocks noGrp="1"/>
          </p:cNvSpPr>
          <p:nvPr/>
        </p:nvSpPr>
        <p:spPr>
          <a:xfrm>
            <a:off x="8001000" y="3657600"/>
            <a:ext cx="1581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615" b="1">
                <a:solidFill>
                  <a:srgbClr val="C06B24"/>
                </a:solidFill>
                <a:latin typeface="Arial"/>
                <a:ea typeface="Arial"/>
                <a:cs typeface="Arial"/>
              </a:defRPr>
            </a:pPr>
            <a:r>
              <a:rPr sz="615" b="1">
                <a:solidFill>
                  <a:srgbClr val="C06B24"/>
                </a:solidFill>
                <a:latin typeface="Arial"/>
                <a:ea typeface="Arial"/>
                <a:cs typeface="Arial"/>
              </a:rPr>
              <a:t>the only final ROI decision point</a:t>
            </a:r>
          </a:p>
        </p:txBody>
      </p:sp>
      <p:sp>
        <p:nvSpPr>
          <p:cNvPr id="137" name="manual-card-title">
            <a:extLst>
              <a:ext uri="{FF2B5EF4-FFF2-40B4-BE49-F238E27FC236}">
                <a16:creationId xmlns:a16="http://schemas.microsoft.com/office/drawing/2014/main" id="{B77279BA-DD6C-458F-8813-742784B0DFB4}"/>
              </a:ext>
            </a:extLst>
          </p:cNvPr>
          <p:cNvSpPr>
            <a:spLocks noGrp="1"/>
          </p:cNvSpPr>
          <p:nvPr/>
        </p:nvSpPr>
        <p:spPr>
          <a:xfrm>
            <a:off x="3048000" y="2524125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1200" b="1">
                <a:solidFill>
                  <a:srgbClr val="C06B24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C06B24"/>
                </a:solidFill>
                <a:latin typeface="Arial"/>
                <a:ea typeface="Arial"/>
                <a:cs typeface="Arial"/>
              </a:rPr>
              <a:t>Manual ROI curation</a:t>
            </a:r>
          </a:p>
        </p:txBody>
      </p:sp>
      <p:sp>
        <p:nvSpPr>
          <p:cNvPr id="138" name="dependency-title">
            <a:extLst>
              <a:ext uri="{FF2B5EF4-FFF2-40B4-BE49-F238E27FC236}">
                <a16:creationId xmlns:a16="http://schemas.microsoft.com/office/drawing/2014/main" id="{4C389E8C-A8A0-4A14-9A12-43EBA4DC6A5F}"/>
              </a:ext>
            </a:extLst>
          </p:cNvPr>
          <p:cNvSpPr>
            <a:spLocks noGrp="1"/>
          </p:cNvSpPr>
          <p:nvPr/>
        </p:nvSpPr>
        <p:spPr>
          <a:xfrm>
            <a:off x="1676400" y="4229100"/>
            <a:ext cx="2571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l">
              <a:defRPr sz="750" b="1">
                <a:solidFill>
                  <a:srgbClr val="5E6B7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E6B76"/>
                </a:solidFill>
                <a:latin typeface="Arial"/>
                <a:ea typeface="Arial"/>
                <a:cs typeface="Arial"/>
              </a:rPr>
              <a:t>Auxiliary inputs used downstream</a:t>
            </a:r>
          </a:p>
        </p:txBody>
      </p:sp>
      <p:sp>
        <p:nvSpPr>
          <p:cNvPr id="139" name="dep-motion-corrected">
            <a:extLst>
              <a:ext uri="{FF2B5EF4-FFF2-40B4-BE49-F238E27FC236}">
                <a16:creationId xmlns:a16="http://schemas.microsoft.com/office/drawing/2014/main" id="{AE8384A6-4FA3-40FA-96DF-9D589ED68EE9}"/>
              </a:ext>
            </a:extLst>
          </p:cNvPr>
          <p:cNvSpPr>
            <a:spLocks noGrp="1"/>
          </p:cNvSpPr>
          <p:nvPr/>
        </p:nvSpPr>
        <p:spPr>
          <a:xfrm>
            <a:off x="1676400" y="4400550"/>
            <a:ext cx="1409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E78B7"/>
            </a:solidFill>
            <a:prstDash val="solid"/>
          </a:ln>
        </p:spPr>
      </p:sp>
      <p:sp>
        <p:nvSpPr>
          <p:cNvPr id="140" name="dep-motion-corrected-text">
            <a:extLst>
              <a:ext uri="{FF2B5EF4-FFF2-40B4-BE49-F238E27FC236}">
                <a16:creationId xmlns:a16="http://schemas.microsoft.com/office/drawing/2014/main" id="{23EE02E7-B21E-46CC-AB2F-ECFA2414D093}"/>
              </a:ext>
            </a:extLst>
          </p:cNvPr>
          <p:cNvSpPr>
            <a:spLocks noGrp="1"/>
          </p:cNvSpPr>
          <p:nvPr/>
        </p:nvSpPr>
        <p:spPr>
          <a:xfrm>
            <a:off x="1733550" y="4457700"/>
            <a:ext cx="1295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638" b="1">
                <a:solidFill>
                  <a:srgbClr val="2E78B7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2E78B7"/>
                </a:solidFill>
                <a:latin typeface="Arial"/>
                <a:ea typeface="Arial"/>
                <a:cs typeface="Arial"/>
              </a:rPr>
              <a:t>Motion-corrected movie</a:t>
            </a:r>
          </a:p>
        </p:txBody>
      </p:sp>
      <p:sp>
        <p:nvSpPr>
          <p:cNvPr id="141" name="dep-final-roi">
            <a:extLst>
              <a:ext uri="{FF2B5EF4-FFF2-40B4-BE49-F238E27FC236}">
                <a16:creationId xmlns:a16="http://schemas.microsoft.com/office/drawing/2014/main" id="{2E08DC30-954C-4A4B-B96F-6E5C351B07CD}"/>
              </a:ext>
            </a:extLst>
          </p:cNvPr>
          <p:cNvSpPr>
            <a:spLocks noGrp="1"/>
          </p:cNvSpPr>
          <p:nvPr/>
        </p:nvSpPr>
        <p:spPr>
          <a:xfrm>
            <a:off x="3238500" y="4400550"/>
            <a:ext cx="97155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D8C57"/>
            </a:solidFill>
            <a:prstDash val="solid"/>
          </a:ln>
        </p:spPr>
      </p:sp>
      <p:sp>
        <p:nvSpPr>
          <p:cNvPr id="142" name="dep-final-roi-text">
            <a:extLst>
              <a:ext uri="{FF2B5EF4-FFF2-40B4-BE49-F238E27FC236}">
                <a16:creationId xmlns:a16="http://schemas.microsoft.com/office/drawing/2014/main" id="{2F0115C4-D26D-4A27-9F36-7E714735D898}"/>
              </a:ext>
            </a:extLst>
          </p:cNvPr>
          <p:cNvSpPr>
            <a:spLocks noGrp="1"/>
          </p:cNvSpPr>
          <p:nvPr/>
        </p:nvSpPr>
        <p:spPr>
          <a:xfrm>
            <a:off x="3295650" y="4457700"/>
            <a:ext cx="85725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638" b="1">
                <a:solidFill>
                  <a:srgbClr val="2D8C57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2D8C57"/>
                </a:solidFill>
                <a:latin typeface="Arial"/>
                <a:ea typeface="Arial"/>
                <a:cs typeface="Arial"/>
              </a:rPr>
              <a:t>Final ROI set</a:t>
            </a:r>
          </a:p>
        </p:txBody>
      </p:sp>
      <p:sp>
        <p:nvSpPr>
          <p:cNvPr id="143" name="dep-stim-map">
            <a:extLst>
              <a:ext uri="{FF2B5EF4-FFF2-40B4-BE49-F238E27FC236}">
                <a16:creationId xmlns:a16="http://schemas.microsoft.com/office/drawing/2014/main" id="{BACC913C-1B72-4947-9D0E-770E5D068FAF}"/>
              </a:ext>
            </a:extLst>
          </p:cNvPr>
          <p:cNvSpPr>
            <a:spLocks noGrp="1"/>
          </p:cNvSpPr>
          <p:nvPr/>
        </p:nvSpPr>
        <p:spPr>
          <a:xfrm>
            <a:off x="4514850" y="4400550"/>
            <a:ext cx="762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E78B7"/>
            </a:solidFill>
            <a:prstDash val="solid"/>
          </a:ln>
        </p:spPr>
      </p:sp>
      <p:sp>
        <p:nvSpPr>
          <p:cNvPr id="144" name="dep-stim-map-text">
            <a:extLst>
              <a:ext uri="{FF2B5EF4-FFF2-40B4-BE49-F238E27FC236}">
                <a16:creationId xmlns:a16="http://schemas.microsoft.com/office/drawing/2014/main" id="{0DBC7658-EBFC-4DAD-9A23-21BBDA258D32}"/>
              </a:ext>
            </a:extLst>
          </p:cNvPr>
          <p:cNvSpPr>
            <a:spLocks noGrp="1"/>
          </p:cNvSpPr>
          <p:nvPr/>
        </p:nvSpPr>
        <p:spPr>
          <a:xfrm>
            <a:off x="4572000" y="4457700"/>
            <a:ext cx="6477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638" b="1">
                <a:solidFill>
                  <a:srgbClr val="2E78B7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2E78B7"/>
                </a:solidFill>
                <a:latin typeface="Arial"/>
                <a:ea typeface="Arial"/>
                <a:cs typeface="Arial"/>
              </a:rPr>
              <a:t>Stim map</a:t>
            </a:r>
          </a:p>
        </p:txBody>
      </p:sp>
      <p:sp>
        <p:nvSpPr>
          <p:cNvPr id="145" name="step06-card">
            <a:extLst>
              <a:ext uri="{FF2B5EF4-FFF2-40B4-BE49-F238E27FC236}">
                <a16:creationId xmlns:a16="http://schemas.microsoft.com/office/drawing/2014/main" id="{E125212F-C64C-4567-A614-8425B6E354C5}"/>
              </a:ext>
            </a:extLst>
          </p:cNvPr>
          <p:cNvSpPr>
            <a:spLocks noGrp="1"/>
          </p:cNvSpPr>
          <p:nvPr/>
        </p:nvSpPr>
        <p:spPr>
          <a:xfrm>
            <a:off x="781050" y="4953000"/>
            <a:ext cx="1428750" cy="1352550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383">
            <a:solidFill>
              <a:srgbClr val="2D8C57"/>
            </a:solidFill>
            <a:prstDash val="solid"/>
          </a:ln>
        </p:spPr>
      </p:sp>
      <p:sp>
        <p:nvSpPr>
          <p:cNvPr id="146" name="step06-bar">
            <a:extLst>
              <a:ext uri="{FF2B5EF4-FFF2-40B4-BE49-F238E27FC236}">
                <a16:creationId xmlns:a16="http://schemas.microsoft.com/office/drawing/2014/main" id="{DF32B5D2-CFD3-4EEB-B182-18138D4E20AA}"/>
              </a:ext>
            </a:extLst>
          </p:cNvPr>
          <p:cNvSpPr>
            <a:spLocks noGrp="1"/>
          </p:cNvSpPr>
          <p:nvPr/>
        </p:nvSpPr>
        <p:spPr>
          <a:xfrm>
            <a:off x="781050" y="4953000"/>
            <a:ext cx="1428750" cy="66675"/>
          </a:xfrm>
          <a:prstGeom prst="rect">
            <a:avLst/>
          </a:prstGeom>
          <a:solidFill>
            <a:srgbClr val="2D8C57"/>
          </a:solidFill>
          <a:ln w="0">
            <a:solidFill>
              <a:srgbClr val="2D8C57"/>
            </a:solidFill>
            <a:prstDash val="solid"/>
          </a:ln>
        </p:spPr>
      </p:sp>
      <p:sp>
        <p:nvSpPr>
          <p:cNvPr id="147" name="step06-title">
            <a:extLst>
              <a:ext uri="{FF2B5EF4-FFF2-40B4-BE49-F238E27FC236}">
                <a16:creationId xmlns:a16="http://schemas.microsoft.com/office/drawing/2014/main" id="{81854355-D284-4537-AF93-C389E9455F24}"/>
              </a:ext>
            </a:extLst>
          </p:cNvPr>
          <p:cNvSpPr>
            <a:spLocks noGrp="1"/>
          </p:cNvSpPr>
          <p:nvPr/>
        </p:nvSpPr>
        <p:spPr>
          <a:xfrm>
            <a:off x="847725" y="5048250"/>
            <a:ext cx="1295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938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06 dF/F extraction</a:t>
            </a:r>
          </a:p>
        </p:txBody>
      </p:sp>
      <p:sp>
        <p:nvSpPr>
          <p:cNvPr id="148" name="step07-card">
            <a:extLst>
              <a:ext uri="{FF2B5EF4-FFF2-40B4-BE49-F238E27FC236}">
                <a16:creationId xmlns:a16="http://schemas.microsoft.com/office/drawing/2014/main" id="{35652825-3EF0-4247-9D65-6B319CB8102F}"/>
              </a:ext>
            </a:extLst>
          </p:cNvPr>
          <p:cNvSpPr>
            <a:spLocks noGrp="1"/>
          </p:cNvSpPr>
          <p:nvPr/>
        </p:nvSpPr>
        <p:spPr>
          <a:xfrm>
            <a:off x="2381250" y="4953000"/>
            <a:ext cx="990600" cy="1352550"/>
          </a:xfrm>
          <a:prstGeom prst="roundRect">
            <a:avLst>
              <a:gd name="adj" fmla="val 6731"/>
            </a:avLst>
          </a:prstGeom>
          <a:solidFill>
            <a:srgbClr val="FFFFFF"/>
          </a:solidFill>
          <a:ln w="12383">
            <a:solidFill>
              <a:srgbClr val="2D8C57"/>
            </a:solidFill>
            <a:prstDash val="solid"/>
          </a:ln>
        </p:spPr>
      </p:sp>
      <p:sp>
        <p:nvSpPr>
          <p:cNvPr id="149" name="step07-bar">
            <a:extLst>
              <a:ext uri="{FF2B5EF4-FFF2-40B4-BE49-F238E27FC236}">
                <a16:creationId xmlns:a16="http://schemas.microsoft.com/office/drawing/2014/main" id="{37109BEE-53D3-4214-8FB2-8D677C0A2935}"/>
              </a:ext>
            </a:extLst>
          </p:cNvPr>
          <p:cNvSpPr>
            <a:spLocks noGrp="1"/>
          </p:cNvSpPr>
          <p:nvPr/>
        </p:nvSpPr>
        <p:spPr>
          <a:xfrm>
            <a:off x="2381250" y="4953000"/>
            <a:ext cx="990600" cy="66675"/>
          </a:xfrm>
          <a:prstGeom prst="rect">
            <a:avLst/>
          </a:prstGeom>
          <a:solidFill>
            <a:srgbClr val="2D8C57"/>
          </a:solidFill>
          <a:ln w="0">
            <a:solidFill>
              <a:srgbClr val="2D8C57"/>
            </a:solidFill>
            <a:prstDash val="solid"/>
          </a:ln>
        </p:spPr>
      </p:sp>
      <p:sp>
        <p:nvSpPr>
          <p:cNvPr id="150" name="step07-title">
            <a:extLst>
              <a:ext uri="{FF2B5EF4-FFF2-40B4-BE49-F238E27FC236}">
                <a16:creationId xmlns:a16="http://schemas.microsoft.com/office/drawing/2014/main" id="{0000D738-3663-4ECC-82BF-9FEAEA185C0E}"/>
              </a:ext>
            </a:extLst>
          </p:cNvPr>
          <p:cNvSpPr>
            <a:spLocks noGrp="1"/>
          </p:cNvSpPr>
          <p:nvPr/>
        </p:nvSpPr>
        <p:spPr>
          <a:xfrm>
            <a:off x="2447925" y="5048250"/>
            <a:ext cx="85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938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07 Event detection</a:t>
            </a:r>
          </a:p>
        </p:txBody>
      </p:sp>
      <p:sp>
        <p:nvSpPr>
          <p:cNvPr id="151" name="step08-card">
            <a:extLst>
              <a:ext uri="{FF2B5EF4-FFF2-40B4-BE49-F238E27FC236}">
                <a16:creationId xmlns:a16="http://schemas.microsoft.com/office/drawing/2014/main" id="{3E0B4667-181B-4A9E-B18E-AFBE4CD17BCD}"/>
              </a:ext>
            </a:extLst>
          </p:cNvPr>
          <p:cNvSpPr>
            <a:spLocks noGrp="1"/>
          </p:cNvSpPr>
          <p:nvPr/>
        </p:nvSpPr>
        <p:spPr>
          <a:xfrm>
            <a:off x="3543300" y="4953000"/>
            <a:ext cx="1066800" cy="135255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383">
            <a:solidFill>
              <a:srgbClr val="2D8C57"/>
            </a:solidFill>
            <a:prstDash val="solid"/>
          </a:ln>
        </p:spPr>
      </p:sp>
      <p:sp>
        <p:nvSpPr>
          <p:cNvPr id="152" name="step08-bar">
            <a:extLst>
              <a:ext uri="{FF2B5EF4-FFF2-40B4-BE49-F238E27FC236}">
                <a16:creationId xmlns:a16="http://schemas.microsoft.com/office/drawing/2014/main" id="{6267681B-8247-4D58-97F2-F54D1D3921E4}"/>
              </a:ext>
            </a:extLst>
          </p:cNvPr>
          <p:cNvSpPr>
            <a:spLocks noGrp="1"/>
          </p:cNvSpPr>
          <p:nvPr/>
        </p:nvSpPr>
        <p:spPr>
          <a:xfrm>
            <a:off x="3543300" y="4953000"/>
            <a:ext cx="1066800" cy="66675"/>
          </a:xfrm>
          <a:prstGeom prst="rect">
            <a:avLst/>
          </a:prstGeom>
          <a:solidFill>
            <a:srgbClr val="2D8C57"/>
          </a:solidFill>
          <a:ln w="0">
            <a:solidFill>
              <a:srgbClr val="2D8C57"/>
            </a:solidFill>
            <a:prstDash val="solid"/>
          </a:ln>
        </p:spPr>
      </p:sp>
      <p:sp>
        <p:nvSpPr>
          <p:cNvPr id="153" name="step08-title">
            <a:extLst>
              <a:ext uri="{FF2B5EF4-FFF2-40B4-BE49-F238E27FC236}">
                <a16:creationId xmlns:a16="http://schemas.microsoft.com/office/drawing/2014/main" id="{7A8F15E9-8CF9-4794-9975-8EB4AD95367E}"/>
              </a:ext>
            </a:extLst>
          </p:cNvPr>
          <p:cNvSpPr>
            <a:spLocks noGrp="1"/>
          </p:cNvSpPr>
          <p:nvPr/>
        </p:nvSpPr>
        <p:spPr>
          <a:xfrm>
            <a:off x="3609975" y="5048250"/>
            <a:ext cx="933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938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08 Stimulus response</a:t>
            </a:r>
          </a:p>
        </p:txBody>
      </p:sp>
      <p:sp>
        <p:nvSpPr>
          <p:cNvPr id="154" name="step09-card">
            <a:extLst>
              <a:ext uri="{FF2B5EF4-FFF2-40B4-BE49-F238E27FC236}">
                <a16:creationId xmlns:a16="http://schemas.microsoft.com/office/drawing/2014/main" id="{ED772F39-B400-46C0-B8C9-C1D3196BC1DE}"/>
              </a:ext>
            </a:extLst>
          </p:cNvPr>
          <p:cNvSpPr>
            <a:spLocks noGrp="1"/>
          </p:cNvSpPr>
          <p:nvPr/>
        </p:nvSpPr>
        <p:spPr>
          <a:xfrm>
            <a:off x="4781550" y="4953000"/>
            <a:ext cx="1181100" cy="1352550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12383">
            <a:solidFill>
              <a:srgbClr val="2D8C57"/>
            </a:solidFill>
            <a:prstDash val="solid"/>
          </a:ln>
        </p:spPr>
      </p:sp>
      <p:sp>
        <p:nvSpPr>
          <p:cNvPr id="155" name="step09-bar">
            <a:extLst>
              <a:ext uri="{FF2B5EF4-FFF2-40B4-BE49-F238E27FC236}">
                <a16:creationId xmlns:a16="http://schemas.microsoft.com/office/drawing/2014/main" id="{C26C2AF6-518B-46E2-ADEA-FD4669EDA4AC}"/>
              </a:ext>
            </a:extLst>
          </p:cNvPr>
          <p:cNvSpPr>
            <a:spLocks noGrp="1"/>
          </p:cNvSpPr>
          <p:nvPr/>
        </p:nvSpPr>
        <p:spPr>
          <a:xfrm>
            <a:off x="4781550" y="4953000"/>
            <a:ext cx="1181100" cy="66675"/>
          </a:xfrm>
          <a:prstGeom prst="rect">
            <a:avLst/>
          </a:prstGeom>
          <a:solidFill>
            <a:srgbClr val="2D8C57"/>
          </a:solidFill>
          <a:ln w="0">
            <a:solidFill>
              <a:srgbClr val="2D8C57"/>
            </a:solidFill>
            <a:prstDash val="solid"/>
          </a:ln>
        </p:spPr>
      </p:sp>
      <p:sp>
        <p:nvSpPr>
          <p:cNvPr id="156" name="step09-title">
            <a:extLst>
              <a:ext uri="{FF2B5EF4-FFF2-40B4-BE49-F238E27FC236}">
                <a16:creationId xmlns:a16="http://schemas.microsoft.com/office/drawing/2014/main" id="{DAC03AE9-CFFD-48DF-AC53-710F909487D8}"/>
              </a:ext>
            </a:extLst>
          </p:cNvPr>
          <p:cNvSpPr>
            <a:spLocks noGrp="1"/>
          </p:cNvSpPr>
          <p:nvPr/>
        </p:nvSpPr>
        <p:spPr>
          <a:xfrm>
            <a:off x="4848225" y="504825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938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09 AoLP tuning</a:t>
            </a:r>
          </a:p>
        </p:txBody>
      </p:sp>
      <p:sp>
        <p:nvSpPr>
          <p:cNvPr id="157" name="step10to16-card">
            <a:extLst>
              <a:ext uri="{FF2B5EF4-FFF2-40B4-BE49-F238E27FC236}">
                <a16:creationId xmlns:a16="http://schemas.microsoft.com/office/drawing/2014/main" id="{03367225-B1DC-4FFF-90D6-166465A63F08}"/>
              </a:ext>
            </a:extLst>
          </p:cNvPr>
          <p:cNvSpPr>
            <a:spLocks noGrp="1"/>
          </p:cNvSpPr>
          <p:nvPr/>
        </p:nvSpPr>
        <p:spPr>
          <a:xfrm>
            <a:off x="6134100" y="4953000"/>
            <a:ext cx="2305050" cy="1352550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383">
            <a:solidFill>
              <a:srgbClr val="2D8C57"/>
            </a:solidFill>
            <a:prstDash val="solid"/>
          </a:ln>
        </p:spPr>
      </p:sp>
      <p:sp>
        <p:nvSpPr>
          <p:cNvPr id="158" name="step10to16-bar">
            <a:extLst>
              <a:ext uri="{FF2B5EF4-FFF2-40B4-BE49-F238E27FC236}">
                <a16:creationId xmlns:a16="http://schemas.microsoft.com/office/drawing/2014/main" id="{63E895E5-D57C-4FC9-A895-79E58BBE30FF}"/>
              </a:ext>
            </a:extLst>
          </p:cNvPr>
          <p:cNvSpPr>
            <a:spLocks noGrp="1"/>
          </p:cNvSpPr>
          <p:nvPr/>
        </p:nvSpPr>
        <p:spPr>
          <a:xfrm>
            <a:off x="6134100" y="4953000"/>
            <a:ext cx="2305050" cy="66675"/>
          </a:xfrm>
          <a:prstGeom prst="rect">
            <a:avLst/>
          </a:prstGeom>
          <a:solidFill>
            <a:srgbClr val="2D8C57"/>
          </a:solidFill>
          <a:ln w="0">
            <a:solidFill>
              <a:srgbClr val="2D8C57"/>
            </a:solidFill>
            <a:prstDash val="solid"/>
          </a:ln>
        </p:spPr>
      </p:sp>
      <p:sp>
        <p:nvSpPr>
          <p:cNvPr id="159" name="step10to16-title">
            <a:extLst>
              <a:ext uri="{FF2B5EF4-FFF2-40B4-BE49-F238E27FC236}">
                <a16:creationId xmlns:a16="http://schemas.microsoft.com/office/drawing/2014/main" id="{DF9F9770-2BB7-4B50-B007-23F6037E07B9}"/>
              </a:ext>
            </a:extLst>
          </p:cNvPr>
          <p:cNvSpPr>
            <a:spLocks noGrp="1"/>
          </p:cNvSpPr>
          <p:nvPr/>
        </p:nvSpPr>
        <p:spPr>
          <a:xfrm>
            <a:off x="6200775" y="5048250"/>
            <a:ext cx="2171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84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10-16 Population analysis</a:t>
            </a:r>
          </a:p>
        </p:txBody>
      </p:sp>
      <p:sp>
        <p:nvSpPr>
          <p:cNvPr id="160" name="step17-card">
            <a:extLst>
              <a:ext uri="{FF2B5EF4-FFF2-40B4-BE49-F238E27FC236}">
                <a16:creationId xmlns:a16="http://schemas.microsoft.com/office/drawing/2014/main" id="{7B15ED46-955F-44D6-9114-67B4009DE3FA}"/>
              </a:ext>
            </a:extLst>
          </p:cNvPr>
          <p:cNvSpPr>
            <a:spLocks noGrp="1"/>
          </p:cNvSpPr>
          <p:nvPr/>
        </p:nvSpPr>
        <p:spPr>
          <a:xfrm>
            <a:off x="8610600" y="4953000"/>
            <a:ext cx="1066800" cy="135255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383">
            <a:solidFill>
              <a:srgbClr val="2D8C57"/>
            </a:solidFill>
            <a:prstDash val="solid"/>
          </a:ln>
        </p:spPr>
      </p:sp>
      <p:sp>
        <p:nvSpPr>
          <p:cNvPr id="161" name="step17-bar">
            <a:extLst>
              <a:ext uri="{FF2B5EF4-FFF2-40B4-BE49-F238E27FC236}">
                <a16:creationId xmlns:a16="http://schemas.microsoft.com/office/drawing/2014/main" id="{EA4D376F-7760-4380-881B-3D5750EABE16}"/>
              </a:ext>
            </a:extLst>
          </p:cNvPr>
          <p:cNvSpPr>
            <a:spLocks noGrp="1"/>
          </p:cNvSpPr>
          <p:nvPr/>
        </p:nvSpPr>
        <p:spPr>
          <a:xfrm>
            <a:off x="8610600" y="4953000"/>
            <a:ext cx="1066800" cy="66675"/>
          </a:xfrm>
          <a:prstGeom prst="rect">
            <a:avLst/>
          </a:prstGeom>
          <a:solidFill>
            <a:srgbClr val="2D8C57"/>
          </a:solidFill>
          <a:ln w="0">
            <a:solidFill>
              <a:srgbClr val="2D8C57"/>
            </a:solidFill>
            <a:prstDash val="solid"/>
          </a:ln>
        </p:spPr>
      </p:sp>
      <p:sp>
        <p:nvSpPr>
          <p:cNvPr id="162" name="step17-title">
            <a:extLst>
              <a:ext uri="{FF2B5EF4-FFF2-40B4-BE49-F238E27FC236}">
                <a16:creationId xmlns:a16="http://schemas.microsoft.com/office/drawing/2014/main" id="{C2E28B45-B308-4A16-AE20-389D0749DB46}"/>
              </a:ext>
            </a:extLst>
          </p:cNvPr>
          <p:cNvSpPr>
            <a:spLocks noGrp="1"/>
          </p:cNvSpPr>
          <p:nvPr/>
        </p:nvSpPr>
        <p:spPr>
          <a:xfrm>
            <a:off x="8677275" y="5048250"/>
            <a:ext cx="933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938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17 Cross-trial summary</a:t>
            </a:r>
          </a:p>
        </p:txBody>
      </p:sp>
      <p:sp>
        <p:nvSpPr>
          <p:cNvPr id="163" name="step18-card">
            <a:extLst>
              <a:ext uri="{FF2B5EF4-FFF2-40B4-BE49-F238E27FC236}">
                <a16:creationId xmlns:a16="http://schemas.microsoft.com/office/drawing/2014/main" id="{0FC0E118-0FCD-4976-9DB0-E6310BF9689A}"/>
              </a:ext>
            </a:extLst>
          </p:cNvPr>
          <p:cNvSpPr>
            <a:spLocks noGrp="1"/>
          </p:cNvSpPr>
          <p:nvPr/>
        </p:nvSpPr>
        <p:spPr>
          <a:xfrm>
            <a:off x="9848850" y="4953000"/>
            <a:ext cx="1257300" cy="1352550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383">
            <a:solidFill>
              <a:srgbClr val="2D8C57"/>
            </a:solidFill>
            <a:prstDash val="solid"/>
          </a:ln>
        </p:spPr>
      </p:sp>
      <p:sp>
        <p:nvSpPr>
          <p:cNvPr id="164" name="step18-bar">
            <a:extLst>
              <a:ext uri="{FF2B5EF4-FFF2-40B4-BE49-F238E27FC236}">
                <a16:creationId xmlns:a16="http://schemas.microsoft.com/office/drawing/2014/main" id="{61EE3E3F-00C6-432F-A622-A7A58CB51622}"/>
              </a:ext>
            </a:extLst>
          </p:cNvPr>
          <p:cNvSpPr>
            <a:spLocks noGrp="1"/>
          </p:cNvSpPr>
          <p:nvPr/>
        </p:nvSpPr>
        <p:spPr>
          <a:xfrm>
            <a:off x="9848850" y="4953000"/>
            <a:ext cx="1257300" cy="66675"/>
          </a:xfrm>
          <a:prstGeom prst="rect">
            <a:avLst/>
          </a:prstGeom>
          <a:solidFill>
            <a:srgbClr val="2D8C57"/>
          </a:solidFill>
          <a:ln w="0">
            <a:solidFill>
              <a:srgbClr val="2D8C57"/>
            </a:solidFill>
            <a:prstDash val="solid"/>
          </a:ln>
        </p:spPr>
      </p:sp>
      <p:sp>
        <p:nvSpPr>
          <p:cNvPr id="165" name="step18-title">
            <a:extLst>
              <a:ext uri="{FF2B5EF4-FFF2-40B4-BE49-F238E27FC236}">
                <a16:creationId xmlns:a16="http://schemas.microsoft.com/office/drawing/2014/main" id="{AAF600D4-3FD3-49B5-9194-A02DE9AFBA0C}"/>
              </a:ext>
            </a:extLst>
          </p:cNvPr>
          <p:cNvSpPr>
            <a:spLocks noGrp="1"/>
          </p:cNvSpPr>
          <p:nvPr/>
        </p:nvSpPr>
        <p:spPr>
          <a:xfrm>
            <a:off x="9915525" y="5048250"/>
            <a:ext cx="1123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938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18 HTML report</a:t>
            </a:r>
          </a:p>
        </p:txBody>
      </p:sp>
      <p:cxnSp>
        <p:nvCxnSpPr>
          <p:cNvPr id="481" name="直线箭头连接符 480"/>
          <p:cNvCxnSpPr>
            <a:stCxn id="145" idx="3"/>
            <a:endCxn id="148" idx="1"/>
          </p:cNvCxnSpPr>
          <p:nvPr/>
        </p:nvCxnSpPr>
        <p:spPr>
          <a:xfrm>
            <a:off x="2209800" y="5629275"/>
            <a:ext cx="171450" cy="0"/>
          </a:xfrm>
          <a:prstGeom prst="straightConnector1">
            <a:avLst/>
          </a:prstGeom>
          <a:ln w="28575">
            <a:solidFill>
              <a:srgbClr val="263B4A"/>
            </a:solidFill>
            <a:prstDash val="solid"/>
            <a:headEnd type="triangle" w="sm" len="sm"/>
          </a:ln>
        </p:spPr>
      </p:cxnSp>
      <p:cxnSp>
        <p:nvCxnSpPr>
          <p:cNvPr id="482" name="直线箭头连接符 481"/>
          <p:cNvCxnSpPr>
            <a:stCxn id="148" idx="3"/>
            <a:endCxn id="151" idx="1"/>
          </p:cNvCxnSpPr>
          <p:nvPr/>
        </p:nvCxnSpPr>
        <p:spPr>
          <a:xfrm>
            <a:off x="3371850" y="5629275"/>
            <a:ext cx="171450" cy="0"/>
          </a:xfrm>
          <a:prstGeom prst="straightConnector1">
            <a:avLst/>
          </a:prstGeom>
          <a:ln w="28575">
            <a:solidFill>
              <a:srgbClr val="263B4A"/>
            </a:solidFill>
            <a:prstDash val="solid"/>
            <a:headEnd type="triangle" w="sm" len="sm"/>
          </a:ln>
        </p:spPr>
      </p:cxnSp>
      <p:cxnSp>
        <p:nvCxnSpPr>
          <p:cNvPr id="483" name="直线箭头连接符 482"/>
          <p:cNvCxnSpPr>
            <a:stCxn id="151" idx="3"/>
            <a:endCxn id="154" idx="1"/>
          </p:cNvCxnSpPr>
          <p:nvPr/>
        </p:nvCxnSpPr>
        <p:spPr>
          <a:xfrm>
            <a:off x="4610100" y="5629275"/>
            <a:ext cx="171450" cy="0"/>
          </a:xfrm>
          <a:prstGeom prst="straightConnector1">
            <a:avLst/>
          </a:prstGeom>
          <a:ln w="28575">
            <a:solidFill>
              <a:srgbClr val="263B4A"/>
            </a:solidFill>
            <a:prstDash val="solid"/>
            <a:headEnd type="triangle" w="sm" len="sm"/>
          </a:ln>
        </p:spPr>
      </p:cxnSp>
      <p:cxnSp>
        <p:nvCxnSpPr>
          <p:cNvPr id="484" name="直线箭头连接符 483"/>
          <p:cNvCxnSpPr>
            <a:stCxn id="154" idx="3"/>
            <a:endCxn id="157" idx="1"/>
          </p:cNvCxnSpPr>
          <p:nvPr/>
        </p:nvCxnSpPr>
        <p:spPr>
          <a:xfrm>
            <a:off x="5962650" y="5629275"/>
            <a:ext cx="171450" cy="0"/>
          </a:xfrm>
          <a:prstGeom prst="straightConnector1">
            <a:avLst/>
          </a:prstGeom>
          <a:ln w="28575">
            <a:solidFill>
              <a:srgbClr val="263B4A"/>
            </a:solidFill>
            <a:prstDash val="solid"/>
            <a:headEnd type="triangle" w="sm" len="sm"/>
          </a:ln>
        </p:spPr>
      </p:cxnSp>
      <p:cxnSp>
        <p:nvCxnSpPr>
          <p:cNvPr id="485" name="直线箭头连接符 484"/>
          <p:cNvCxnSpPr>
            <a:stCxn id="157" idx="3"/>
            <a:endCxn id="160" idx="1"/>
          </p:cNvCxnSpPr>
          <p:nvPr/>
        </p:nvCxnSpPr>
        <p:spPr>
          <a:xfrm>
            <a:off x="8439150" y="5629275"/>
            <a:ext cx="171450" cy="0"/>
          </a:xfrm>
          <a:prstGeom prst="straightConnector1">
            <a:avLst/>
          </a:prstGeom>
          <a:ln w="28575">
            <a:solidFill>
              <a:srgbClr val="263B4A"/>
            </a:solidFill>
            <a:prstDash val="solid"/>
            <a:headEnd type="triangle" w="sm" len="sm"/>
          </a:ln>
        </p:spPr>
      </p:cxnSp>
      <p:cxnSp>
        <p:nvCxnSpPr>
          <p:cNvPr id="486" name="直线箭头连接符 485"/>
          <p:cNvCxnSpPr>
            <a:stCxn id="160" idx="3"/>
            <a:endCxn id="163" idx="1"/>
          </p:cNvCxnSpPr>
          <p:nvPr/>
        </p:nvCxnSpPr>
        <p:spPr>
          <a:xfrm>
            <a:off x="9677400" y="5629275"/>
            <a:ext cx="171450" cy="0"/>
          </a:xfrm>
          <a:prstGeom prst="straightConnector1">
            <a:avLst/>
          </a:prstGeom>
          <a:ln w="28575">
            <a:solidFill>
              <a:srgbClr val="263B4A"/>
            </a:solidFill>
            <a:prstDash val="solid"/>
            <a:headEnd type="triangle" w="sm" len="sm"/>
          </a:ln>
        </p:spPr>
      </p:cxnSp>
      <p:sp>
        <p:nvSpPr>
          <p:cNvPr id="172" name="aux-step06-250">
            <a:extLst>
              <a:ext uri="{FF2B5EF4-FFF2-40B4-BE49-F238E27FC236}">
                <a16:creationId xmlns:a16="http://schemas.microsoft.com/office/drawing/2014/main" id="{6456BDC7-EF0C-4A33-AB4B-5AFC34DCA784}"/>
              </a:ext>
            </a:extLst>
          </p:cNvPr>
          <p:cNvSpPr>
            <a:spLocks noGrp="1"/>
          </p:cNvSpPr>
          <p:nvPr/>
        </p:nvSpPr>
        <p:spPr>
          <a:xfrm flipH="1">
            <a:off x="1352550" y="4667250"/>
            <a:ext cx="1028700" cy="171450"/>
          </a:xfrm>
          <a:prstGeom prst="line">
            <a:avLst/>
          </a:prstGeom>
          <a:noFill/>
          <a:ln w="13335">
            <a:solidFill>
              <a:srgbClr val="718096"/>
            </a:solidFill>
            <a:prstDash val="solid"/>
          </a:ln>
        </p:spPr>
      </p:sp>
      <p:sp>
        <p:nvSpPr>
          <p:cNvPr id="173" name="aux-head-step06-250">
            <a:extLst>
              <a:ext uri="{FF2B5EF4-FFF2-40B4-BE49-F238E27FC236}">
                <a16:creationId xmlns:a16="http://schemas.microsoft.com/office/drawing/2014/main" id="{C40AE8F2-404D-427D-8C42-F7224583D328}"/>
              </a:ext>
            </a:extLst>
          </p:cNvPr>
          <p:cNvSpPr>
            <a:spLocks noGrp="1"/>
          </p:cNvSpPr>
          <p:nvPr/>
        </p:nvSpPr>
        <p:spPr>
          <a:xfrm rot="10800000">
            <a:off x="1304925" y="4848225"/>
            <a:ext cx="95250" cy="85725"/>
          </a:xfrm>
          <a:prstGeom prst="triangle">
            <a:avLst/>
          </a:prstGeom>
          <a:solidFill>
            <a:srgbClr val="718096"/>
          </a:solidFill>
          <a:ln w="0">
            <a:solidFill>
              <a:srgbClr val="718096"/>
            </a:solidFill>
            <a:prstDash val="solid"/>
          </a:ln>
        </p:spPr>
      </p:sp>
      <p:sp>
        <p:nvSpPr>
          <p:cNvPr id="174" name="aux-step06-391">
            <a:extLst>
              <a:ext uri="{FF2B5EF4-FFF2-40B4-BE49-F238E27FC236}">
                <a16:creationId xmlns:a16="http://schemas.microsoft.com/office/drawing/2014/main" id="{A5E38D05-EB79-40A5-B636-18C9AFAD4047}"/>
              </a:ext>
            </a:extLst>
          </p:cNvPr>
          <p:cNvSpPr>
            <a:spLocks noGrp="1"/>
          </p:cNvSpPr>
          <p:nvPr/>
        </p:nvSpPr>
        <p:spPr>
          <a:xfrm flipH="1">
            <a:off x="1638300" y="4667250"/>
            <a:ext cx="2085975" cy="171450"/>
          </a:xfrm>
          <a:prstGeom prst="line">
            <a:avLst/>
          </a:prstGeom>
          <a:noFill/>
          <a:ln w="13335">
            <a:solidFill>
              <a:srgbClr val="718096"/>
            </a:solidFill>
            <a:prstDash val="solid"/>
          </a:ln>
        </p:spPr>
      </p:sp>
      <p:sp>
        <p:nvSpPr>
          <p:cNvPr id="175" name="aux-head-step06-391">
            <a:extLst>
              <a:ext uri="{FF2B5EF4-FFF2-40B4-BE49-F238E27FC236}">
                <a16:creationId xmlns:a16="http://schemas.microsoft.com/office/drawing/2014/main" id="{628BEBAC-1C6B-4ADF-A827-986779C3B1D2}"/>
              </a:ext>
            </a:extLst>
          </p:cNvPr>
          <p:cNvSpPr>
            <a:spLocks noGrp="1"/>
          </p:cNvSpPr>
          <p:nvPr/>
        </p:nvSpPr>
        <p:spPr>
          <a:xfrm rot="10800000">
            <a:off x="1590675" y="4848225"/>
            <a:ext cx="95250" cy="85725"/>
          </a:xfrm>
          <a:prstGeom prst="triangle">
            <a:avLst/>
          </a:prstGeom>
          <a:solidFill>
            <a:srgbClr val="718096"/>
          </a:solidFill>
          <a:ln w="0">
            <a:solidFill>
              <a:srgbClr val="718096"/>
            </a:solidFill>
            <a:prstDash val="solid"/>
          </a:ln>
        </p:spPr>
      </p:sp>
      <p:sp>
        <p:nvSpPr>
          <p:cNvPr id="176" name="aux-step08-514">
            <a:extLst>
              <a:ext uri="{FF2B5EF4-FFF2-40B4-BE49-F238E27FC236}">
                <a16:creationId xmlns:a16="http://schemas.microsoft.com/office/drawing/2014/main" id="{DB871602-39FE-47F2-9056-81CC7B91F527}"/>
              </a:ext>
            </a:extLst>
          </p:cNvPr>
          <p:cNvSpPr>
            <a:spLocks noGrp="1"/>
          </p:cNvSpPr>
          <p:nvPr/>
        </p:nvSpPr>
        <p:spPr>
          <a:xfrm flipH="1">
            <a:off x="4076700" y="4667250"/>
            <a:ext cx="819150" cy="171450"/>
          </a:xfrm>
          <a:prstGeom prst="line">
            <a:avLst/>
          </a:prstGeom>
          <a:noFill/>
          <a:ln w="13335">
            <a:solidFill>
              <a:srgbClr val="718096"/>
            </a:solidFill>
            <a:prstDash val="solid"/>
          </a:ln>
        </p:spPr>
      </p:sp>
      <p:sp>
        <p:nvSpPr>
          <p:cNvPr id="177" name="aux-head-step08-514">
            <a:extLst>
              <a:ext uri="{FF2B5EF4-FFF2-40B4-BE49-F238E27FC236}">
                <a16:creationId xmlns:a16="http://schemas.microsoft.com/office/drawing/2014/main" id="{A3A383D1-5172-4138-BA64-05C5D317440E}"/>
              </a:ext>
            </a:extLst>
          </p:cNvPr>
          <p:cNvSpPr>
            <a:spLocks noGrp="1"/>
          </p:cNvSpPr>
          <p:nvPr/>
        </p:nvSpPr>
        <p:spPr>
          <a:xfrm rot="10800000">
            <a:off x="4029075" y="4848225"/>
            <a:ext cx="95250" cy="85725"/>
          </a:xfrm>
          <a:prstGeom prst="triangle">
            <a:avLst/>
          </a:prstGeom>
          <a:solidFill>
            <a:srgbClr val="718096"/>
          </a:solidFill>
          <a:ln w="0">
            <a:solidFill>
              <a:srgbClr val="718096"/>
            </a:solidFill>
            <a:prstDash val="solid"/>
          </a:ln>
        </p:spPr>
      </p:sp>
      <p:sp>
        <p:nvSpPr>
          <p:cNvPr id="178" name="step06-movie1">
            <a:extLst>
              <a:ext uri="{FF2B5EF4-FFF2-40B4-BE49-F238E27FC236}">
                <a16:creationId xmlns:a16="http://schemas.microsoft.com/office/drawing/2014/main" id="{B3EA1F4B-6609-4BCE-BDAF-80948BBCA146}"/>
              </a:ext>
            </a:extLst>
          </p:cNvPr>
          <p:cNvSpPr>
            <a:spLocks noGrp="1"/>
          </p:cNvSpPr>
          <p:nvPr/>
        </p:nvSpPr>
        <p:spPr>
          <a:xfrm>
            <a:off x="933450" y="5372100"/>
            <a:ext cx="285750" cy="228600"/>
          </a:xfrm>
          <a:prstGeom prst="rect">
            <a:avLst/>
          </a:prstGeom>
          <a:solidFill>
            <a:srgbClr val="EEF7FF"/>
          </a:solidFill>
          <a:ln w="9525">
            <a:solidFill>
              <a:srgbClr val="2E78B7"/>
            </a:solidFill>
            <a:prstDash val="solid"/>
          </a:ln>
        </p:spPr>
      </p:sp>
      <p:sp>
        <p:nvSpPr>
          <p:cNvPr id="179" name="step06-movie2">
            <a:extLst>
              <a:ext uri="{FF2B5EF4-FFF2-40B4-BE49-F238E27FC236}">
                <a16:creationId xmlns:a16="http://schemas.microsoft.com/office/drawing/2014/main" id="{E82E4F81-4A79-424B-B7E9-66C1C7EF0545}"/>
              </a:ext>
            </a:extLst>
          </p:cNvPr>
          <p:cNvSpPr>
            <a:spLocks noGrp="1"/>
          </p:cNvSpPr>
          <p:nvPr/>
        </p:nvSpPr>
        <p:spPr>
          <a:xfrm>
            <a:off x="981075" y="5419725"/>
            <a:ext cx="285750" cy="228600"/>
          </a:xfrm>
          <a:prstGeom prst="rect">
            <a:avLst/>
          </a:prstGeom>
          <a:solidFill>
            <a:srgbClr val="EEF7FF"/>
          </a:solidFill>
          <a:ln w="9525">
            <a:solidFill>
              <a:srgbClr val="2E78B7"/>
            </a:solidFill>
            <a:prstDash val="solid"/>
          </a:ln>
        </p:spPr>
      </p:sp>
      <p:sp>
        <p:nvSpPr>
          <p:cNvPr id="180" name="step06-roi">
            <a:extLst>
              <a:ext uri="{FF2B5EF4-FFF2-40B4-BE49-F238E27FC236}">
                <a16:creationId xmlns:a16="http://schemas.microsoft.com/office/drawing/2014/main" id="{F73C44D7-6F35-4384-BF7F-9E39DC521890}"/>
              </a:ext>
            </a:extLst>
          </p:cNvPr>
          <p:cNvSpPr>
            <a:spLocks noGrp="1"/>
          </p:cNvSpPr>
          <p:nvPr/>
        </p:nvSpPr>
        <p:spPr>
          <a:xfrm>
            <a:off x="1381125" y="5381625"/>
            <a:ext cx="285750" cy="228600"/>
          </a:xfrm>
          <a:prstGeom prst="ellipse">
            <a:avLst/>
          </a:prstGeom>
          <a:noFill/>
          <a:ln w="19050">
            <a:solidFill>
              <a:srgbClr val="2D8C57"/>
            </a:solidFill>
            <a:prstDash val="solid"/>
          </a:ln>
        </p:spPr>
      </p:sp>
      <p:sp>
        <p:nvSpPr>
          <p:cNvPr id="181" name="step06-dff-arr1">
            <a:extLst>
              <a:ext uri="{FF2B5EF4-FFF2-40B4-BE49-F238E27FC236}">
                <a16:creationId xmlns:a16="http://schemas.microsoft.com/office/drawing/2014/main" id="{3FB54083-C540-4420-A620-FFDCCA100AE5}"/>
              </a:ext>
            </a:extLst>
          </p:cNvPr>
          <p:cNvSpPr>
            <a:spLocks noGrp="1"/>
          </p:cNvSpPr>
          <p:nvPr/>
        </p:nvSpPr>
        <p:spPr>
          <a:xfrm>
            <a:off x="1695450" y="5457825"/>
            <a:ext cx="171450" cy="76200"/>
          </a:xfrm>
          <a:prstGeom prst="rightArrow">
            <a:avLst/>
          </a:prstGeom>
          <a:solidFill>
            <a:srgbClr val="263B4A"/>
          </a:solidFill>
          <a:ln w="0">
            <a:solidFill>
              <a:srgbClr val="263B4A"/>
            </a:solidFill>
            <a:prstDash val="solid"/>
          </a:ln>
        </p:spPr>
      </p:sp>
      <p:sp>
        <p:nvSpPr>
          <p:cNvPr id="182" name="step06-fbox">
            <a:extLst>
              <a:ext uri="{FF2B5EF4-FFF2-40B4-BE49-F238E27FC236}">
                <a16:creationId xmlns:a16="http://schemas.microsoft.com/office/drawing/2014/main" id="{08C38CB5-EA2B-404A-A79A-49FDF4A72ABD}"/>
              </a:ext>
            </a:extLst>
          </p:cNvPr>
          <p:cNvSpPr>
            <a:spLocks noGrp="1"/>
          </p:cNvSpPr>
          <p:nvPr/>
        </p:nvSpPr>
        <p:spPr>
          <a:xfrm>
            <a:off x="1885950" y="5362575"/>
            <a:ext cx="228600" cy="171450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9525">
            <a:solidFill>
              <a:srgbClr val="D6DEE5"/>
            </a:solidFill>
            <a:prstDash val="solid"/>
          </a:ln>
        </p:spPr>
      </p:sp>
      <p:sp>
        <p:nvSpPr>
          <p:cNvPr id="183" name="step06-ftext">
            <a:extLst>
              <a:ext uri="{FF2B5EF4-FFF2-40B4-BE49-F238E27FC236}">
                <a16:creationId xmlns:a16="http://schemas.microsoft.com/office/drawing/2014/main" id="{3FD92DE0-063B-4397-A38D-E4F3853AD380}"/>
              </a:ext>
            </a:extLst>
          </p:cNvPr>
          <p:cNvSpPr>
            <a:spLocks noGrp="1"/>
          </p:cNvSpPr>
          <p:nvPr/>
        </p:nvSpPr>
        <p:spPr>
          <a:xfrm>
            <a:off x="1885950" y="5381625"/>
            <a:ext cx="2286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6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184" name="step06-fneubox">
            <a:extLst>
              <a:ext uri="{FF2B5EF4-FFF2-40B4-BE49-F238E27FC236}">
                <a16:creationId xmlns:a16="http://schemas.microsoft.com/office/drawing/2014/main" id="{1CC60AA7-B399-4E3D-9CBC-E0EFDEBD8078}"/>
              </a:ext>
            </a:extLst>
          </p:cNvPr>
          <p:cNvSpPr>
            <a:spLocks noGrp="1"/>
          </p:cNvSpPr>
          <p:nvPr/>
        </p:nvSpPr>
        <p:spPr>
          <a:xfrm>
            <a:off x="1885950" y="5572125"/>
            <a:ext cx="228600" cy="171450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9525">
            <a:solidFill>
              <a:srgbClr val="D6DEE5"/>
            </a:solidFill>
            <a:prstDash val="solid"/>
          </a:ln>
        </p:spPr>
      </p:sp>
      <p:sp>
        <p:nvSpPr>
          <p:cNvPr id="185" name="step06-fneutext">
            <a:extLst>
              <a:ext uri="{FF2B5EF4-FFF2-40B4-BE49-F238E27FC236}">
                <a16:creationId xmlns:a16="http://schemas.microsoft.com/office/drawing/2014/main" id="{4F099EE9-1C7E-41D4-B0C7-E5E1373462A3}"/>
              </a:ext>
            </a:extLst>
          </p:cNvPr>
          <p:cNvSpPr>
            <a:spLocks noGrp="1"/>
          </p:cNvSpPr>
          <p:nvPr/>
        </p:nvSpPr>
        <p:spPr>
          <a:xfrm>
            <a:off x="1857375" y="5591175"/>
            <a:ext cx="285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563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563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Fneu</a:t>
            </a:r>
          </a:p>
        </p:txBody>
      </p:sp>
      <p:sp>
        <p:nvSpPr>
          <p:cNvPr id="186" name="step06-eq1">
            <a:extLst>
              <a:ext uri="{FF2B5EF4-FFF2-40B4-BE49-F238E27FC236}">
                <a16:creationId xmlns:a16="http://schemas.microsoft.com/office/drawing/2014/main" id="{F6A76DA1-7A7D-4A2D-8443-D8847B19CA0D}"/>
              </a:ext>
            </a:extLst>
          </p:cNvPr>
          <p:cNvSpPr>
            <a:spLocks noGrp="1"/>
          </p:cNvSpPr>
          <p:nvPr/>
        </p:nvSpPr>
        <p:spPr>
          <a:xfrm>
            <a:off x="914400" y="5762625"/>
            <a:ext cx="120015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61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1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F - 0.7Fneu</a:t>
            </a:r>
          </a:p>
        </p:txBody>
      </p:sp>
      <p:sp>
        <p:nvSpPr>
          <p:cNvPr id="187" name="step06-eq2">
            <a:extLst>
              <a:ext uri="{FF2B5EF4-FFF2-40B4-BE49-F238E27FC236}">
                <a16:creationId xmlns:a16="http://schemas.microsoft.com/office/drawing/2014/main" id="{B5D967E6-7122-44C2-805A-621C7C5C7811}"/>
              </a:ext>
            </a:extLst>
          </p:cNvPr>
          <p:cNvSpPr>
            <a:spLocks noGrp="1"/>
          </p:cNvSpPr>
          <p:nvPr/>
        </p:nvSpPr>
        <p:spPr>
          <a:xfrm>
            <a:off x="923925" y="5905500"/>
            <a:ext cx="120015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563" b="0">
                <a:solidFill>
                  <a:srgbClr val="5E6B76"/>
                </a:solidFill>
                <a:latin typeface="Arial"/>
                <a:ea typeface="Arial"/>
                <a:cs typeface="Arial"/>
              </a:defRPr>
            </a:pPr>
            <a:r>
              <a:rPr sz="563" b="0">
                <a:solidFill>
                  <a:srgbClr val="5E6B76"/>
                </a:solidFill>
                <a:latin typeface="Arial"/>
                <a:ea typeface="Arial"/>
                <a:cs typeface="Arial"/>
              </a:rPr>
              <a:t>non-ROI PCA -&gt; F0 -&gt; ΔF/F</a:t>
            </a:r>
          </a:p>
        </p:txBody>
      </p:sp>
      <p:sp>
        <p:nvSpPr>
          <p:cNvPr id="188" name="step06-reextract">
            <a:extLst>
              <a:ext uri="{FF2B5EF4-FFF2-40B4-BE49-F238E27FC236}">
                <a16:creationId xmlns:a16="http://schemas.microsoft.com/office/drawing/2014/main" id="{AC0C9F14-8868-44DA-9742-F7F9EB7E3E85}"/>
              </a:ext>
            </a:extLst>
          </p:cNvPr>
          <p:cNvSpPr>
            <a:spLocks noGrp="1"/>
          </p:cNvSpPr>
          <p:nvPr/>
        </p:nvSpPr>
        <p:spPr>
          <a:xfrm>
            <a:off x="876300" y="6076950"/>
            <a:ext cx="1238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585" b="1">
                <a:solidFill>
                  <a:srgbClr val="C06B24"/>
                </a:solidFill>
                <a:latin typeface="Arial"/>
                <a:ea typeface="Arial"/>
                <a:cs typeface="Arial"/>
              </a:defRPr>
            </a:pPr>
            <a:r>
              <a:rPr sz="585" b="1">
                <a:solidFill>
                  <a:srgbClr val="C06B24"/>
                </a:solidFill>
                <a:latin typeface="Arial"/>
                <a:ea typeface="Arial"/>
                <a:cs typeface="Arial"/>
              </a:rPr>
              <a:t>re-extract from corrected movie</a:t>
            </a:r>
          </a:p>
        </p:txBody>
      </p:sp>
      <p:sp>
        <p:nvSpPr>
          <p:cNvPr id="189" name="step07-event-trace-0">
            <a:extLst>
              <a:ext uri="{FF2B5EF4-FFF2-40B4-BE49-F238E27FC236}">
                <a16:creationId xmlns:a16="http://schemas.microsoft.com/office/drawing/2014/main" id="{C01B9072-3BDE-4C0E-8715-C98961A8BE68}"/>
              </a:ext>
            </a:extLst>
          </p:cNvPr>
          <p:cNvSpPr>
            <a:spLocks noGrp="1"/>
          </p:cNvSpPr>
          <p:nvPr/>
        </p:nvSpPr>
        <p:spPr>
          <a:xfrm flipV="1">
            <a:off x="2514600" y="5753100"/>
            <a:ext cx="104775" cy="19050"/>
          </a:xfrm>
          <a:prstGeom prst="line">
            <a:avLst/>
          </a:prstGeom>
          <a:noFill/>
          <a:ln w="15240">
            <a:solidFill>
              <a:srgbClr val="2D8C57"/>
            </a:solidFill>
            <a:prstDash val="solid"/>
          </a:ln>
        </p:spPr>
      </p:sp>
      <p:sp>
        <p:nvSpPr>
          <p:cNvPr id="190" name="step07-event-trace-1">
            <a:extLst>
              <a:ext uri="{FF2B5EF4-FFF2-40B4-BE49-F238E27FC236}">
                <a16:creationId xmlns:a16="http://schemas.microsoft.com/office/drawing/2014/main" id="{490AF8CE-182F-4C01-80BB-DFE236A648D5}"/>
              </a:ext>
            </a:extLst>
          </p:cNvPr>
          <p:cNvSpPr>
            <a:spLocks noGrp="1"/>
          </p:cNvSpPr>
          <p:nvPr/>
        </p:nvSpPr>
        <p:spPr>
          <a:xfrm flipV="1">
            <a:off x="2619375" y="5524500"/>
            <a:ext cx="95250" cy="228600"/>
          </a:xfrm>
          <a:prstGeom prst="line">
            <a:avLst/>
          </a:prstGeom>
          <a:noFill/>
          <a:ln w="15240">
            <a:solidFill>
              <a:srgbClr val="2D8C57"/>
            </a:solidFill>
            <a:prstDash val="solid"/>
          </a:ln>
        </p:spPr>
      </p:sp>
      <p:sp>
        <p:nvSpPr>
          <p:cNvPr id="191" name="step07-event-trace-2">
            <a:extLst>
              <a:ext uri="{FF2B5EF4-FFF2-40B4-BE49-F238E27FC236}">
                <a16:creationId xmlns:a16="http://schemas.microsoft.com/office/drawing/2014/main" id="{66F81409-9037-4760-895E-08FE04DFE4C9}"/>
              </a:ext>
            </a:extLst>
          </p:cNvPr>
          <p:cNvSpPr>
            <a:spLocks noGrp="1"/>
          </p:cNvSpPr>
          <p:nvPr/>
        </p:nvSpPr>
        <p:spPr>
          <a:xfrm>
            <a:off x="2714625" y="5524500"/>
            <a:ext cx="76200" cy="247650"/>
          </a:xfrm>
          <a:prstGeom prst="line">
            <a:avLst/>
          </a:prstGeom>
          <a:noFill/>
          <a:ln w="15240">
            <a:solidFill>
              <a:srgbClr val="2D8C57"/>
            </a:solidFill>
            <a:prstDash val="solid"/>
          </a:ln>
        </p:spPr>
      </p:sp>
      <p:sp>
        <p:nvSpPr>
          <p:cNvPr id="192" name="step07-event-trace-3">
            <a:extLst>
              <a:ext uri="{FF2B5EF4-FFF2-40B4-BE49-F238E27FC236}">
                <a16:creationId xmlns:a16="http://schemas.microsoft.com/office/drawing/2014/main" id="{BA81D09C-6D30-4071-BB63-8D69FD1401CE}"/>
              </a:ext>
            </a:extLst>
          </p:cNvPr>
          <p:cNvSpPr>
            <a:spLocks noGrp="1"/>
          </p:cNvSpPr>
          <p:nvPr/>
        </p:nvSpPr>
        <p:spPr>
          <a:xfrm flipV="1">
            <a:off x="2790825" y="5743575"/>
            <a:ext cx="171450" cy="28575"/>
          </a:xfrm>
          <a:prstGeom prst="line">
            <a:avLst/>
          </a:prstGeom>
          <a:noFill/>
          <a:ln w="15240">
            <a:solidFill>
              <a:srgbClr val="2D8C57"/>
            </a:solidFill>
            <a:prstDash val="solid"/>
          </a:ln>
        </p:spPr>
      </p:sp>
      <p:sp>
        <p:nvSpPr>
          <p:cNvPr id="193" name="step07-event-trace-4">
            <a:extLst>
              <a:ext uri="{FF2B5EF4-FFF2-40B4-BE49-F238E27FC236}">
                <a16:creationId xmlns:a16="http://schemas.microsoft.com/office/drawing/2014/main" id="{03679F68-85D0-4DE0-B448-64A73C6A5617}"/>
              </a:ext>
            </a:extLst>
          </p:cNvPr>
          <p:cNvSpPr>
            <a:spLocks noGrp="1"/>
          </p:cNvSpPr>
          <p:nvPr/>
        </p:nvSpPr>
        <p:spPr>
          <a:xfrm flipV="1">
            <a:off x="2962275" y="5476875"/>
            <a:ext cx="76200" cy="266700"/>
          </a:xfrm>
          <a:prstGeom prst="line">
            <a:avLst/>
          </a:prstGeom>
          <a:noFill/>
          <a:ln w="15240">
            <a:solidFill>
              <a:srgbClr val="2D8C57"/>
            </a:solidFill>
            <a:prstDash val="solid"/>
          </a:ln>
        </p:spPr>
      </p:sp>
      <p:sp>
        <p:nvSpPr>
          <p:cNvPr id="194" name="step07-event-trace-5">
            <a:extLst>
              <a:ext uri="{FF2B5EF4-FFF2-40B4-BE49-F238E27FC236}">
                <a16:creationId xmlns:a16="http://schemas.microsoft.com/office/drawing/2014/main" id="{663E2CA8-B5FE-4F92-B322-D95DE80867C5}"/>
              </a:ext>
            </a:extLst>
          </p:cNvPr>
          <p:cNvSpPr>
            <a:spLocks noGrp="1"/>
          </p:cNvSpPr>
          <p:nvPr/>
        </p:nvSpPr>
        <p:spPr>
          <a:xfrm>
            <a:off x="3038475" y="5476875"/>
            <a:ext cx="85725" cy="304800"/>
          </a:xfrm>
          <a:prstGeom prst="line">
            <a:avLst/>
          </a:prstGeom>
          <a:noFill/>
          <a:ln w="15240">
            <a:solidFill>
              <a:srgbClr val="2D8C57"/>
            </a:solidFill>
            <a:prstDash val="solid"/>
          </a:ln>
        </p:spPr>
      </p:sp>
      <p:sp>
        <p:nvSpPr>
          <p:cNvPr id="195" name="step07-event-trace-6">
            <a:extLst>
              <a:ext uri="{FF2B5EF4-FFF2-40B4-BE49-F238E27FC236}">
                <a16:creationId xmlns:a16="http://schemas.microsoft.com/office/drawing/2014/main" id="{5A6DEBEE-9C50-497F-9BAA-2B6D1AFAF8C3}"/>
              </a:ext>
            </a:extLst>
          </p:cNvPr>
          <p:cNvSpPr>
            <a:spLocks noGrp="1"/>
          </p:cNvSpPr>
          <p:nvPr/>
        </p:nvSpPr>
        <p:spPr>
          <a:xfrm flipV="1">
            <a:off x="3124200" y="5753100"/>
            <a:ext cx="133350" cy="28575"/>
          </a:xfrm>
          <a:prstGeom prst="line">
            <a:avLst/>
          </a:prstGeom>
          <a:noFill/>
          <a:ln w="15240">
            <a:solidFill>
              <a:srgbClr val="2D8C57"/>
            </a:solidFill>
            <a:prstDash val="solid"/>
          </a:ln>
        </p:spPr>
      </p:sp>
      <p:sp>
        <p:nvSpPr>
          <p:cNvPr id="196" name="step07-spike-0">
            <a:extLst>
              <a:ext uri="{FF2B5EF4-FFF2-40B4-BE49-F238E27FC236}">
                <a16:creationId xmlns:a16="http://schemas.microsoft.com/office/drawing/2014/main" id="{EEC956F3-60D9-4086-B5A0-504684C42C1B}"/>
              </a:ext>
            </a:extLst>
          </p:cNvPr>
          <p:cNvSpPr>
            <a:spLocks noGrp="1"/>
          </p:cNvSpPr>
          <p:nvPr/>
        </p:nvSpPr>
        <p:spPr>
          <a:xfrm>
            <a:off x="2714625" y="5410200"/>
            <a:ext cx="953" cy="457200"/>
          </a:xfrm>
          <a:prstGeom prst="line">
            <a:avLst/>
          </a:prstGeom>
          <a:noFill/>
          <a:ln w="11430">
            <a:solidFill>
              <a:srgbClr val="D94B4B"/>
            </a:solidFill>
            <a:prstDash val="solid"/>
          </a:ln>
        </p:spPr>
      </p:sp>
      <p:sp>
        <p:nvSpPr>
          <p:cNvPr id="197" name="step07-dot-0">
            <a:extLst>
              <a:ext uri="{FF2B5EF4-FFF2-40B4-BE49-F238E27FC236}">
                <a16:creationId xmlns:a16="http://schemas.microsoft.com/office/drawing/2014/main" id="{E8906E34-AB41-48B7-860D-EC96709B92FE}"/>
              </a:ext>
            </a:extLst>
          </p:cNvPr>
          <p:cNvSpPr>
            <a:spLocks noGrp="1"/>
          </p:cNvSpPr>
          <p:nvPr/>
        </p:nvSpPr>
        <p:spPr>
          <a:xfrm>
            <a:off x="2686050" y="5381625"/>
            <a:ext cx="66675" cy="66675"/>
          </a:xfrm>
          <a:prstGeom prst="ellipse">
            <a:avLst/>
          </a:prstGeom>
          <a:solidFill>
            <a:srgbClr val="D94B4B"/>
          </a:solidFill>
          <a:ln w="0">
            <a:solidFill>
              <a:srgbClr val="D94B4B"/>
            </a:solidFill>
            <a:prstDash val="solid"/>
          </a:ln>
        </p:spPr>
      </p:sp>
      <p:sp>
        <p:nvSpPr>
          <p:cNvPr id="198" name="step07-spike-1">
            <a:extLst>
              <a:ext uri="{FF2B5EF4-FFF2-40B4-BE49-F238E27FC236}">
                <a16:creationId xmlns:a16="http://schemas.microsoft.com/office/drawing/2014/main" id="{946124BE-AF7E-48E9-9A57-28E765578055}"/>
              </a:ext>
            </a:extLst>
          </p:cNvPr>
          <p:cNvSpPr>
            <a:spLocks noGrp="1"/>
          </p:cNvSpPr>
          <p:nvPr/>
        </p:nvSpPr>
        <p:spPr>
          <a:xfrm>
            <a:off x="3038475" y="5410200"/>
            <a:ext cx="953" cy="457200"/>
          </a:xfrm>
          <a:prstGeom prst="line">
            <a:avLst/>
          </a:prstGeom>
          <a:noFill/>
          <a:ln w="11430">
            <a:solidFill>
              <a:srgbClr val="D94B4B"/>
            </a:solidFill>
            <a:prstDash val="solid"/>
          </a:ln>
        </p:spPr>
      </p:sp>
      <p:sp>
        <p:nvSpPr>
          <p:cNvPr id="199" name="step07-dot-1">
            <a:extLst>
              <a:ext uri="{FF2B5EF4-FFF2-40B4-BE49-F238E27FC236}">
                <a16:creationId xmlns:a16="http://schemas.microsoft.com/office/drawing/2014/main" id="{3C17DF3C-F6A9-4B25-B52D-65CB53399CD2}"/>
              </a:ext>
            </a:extLst>
          </p:cNvPr>
          <p:cNvSpPr>
            <a:spLocks noGrp="1"/>
          </p:cNvSpPr>
          <p:nvPr/>
        </p:nvSpPr>
        <p:spPr>
          <a:xfrm>
            <a:off x="3009900" y="5381625"/>
            <a:ext cx="66675" cy="66675"/>
          </a:xfrm>
          <a:prstGeom prst="ellipse">
            <a:avLst/>
          </a:prstGeom>
          <a:solidFill>
            <a:srgbClr val="D94B4B"/>
          </a:solidFill>
          <a:ln w="0">
            <a:solidFill>
              <a:srgbClr val="D94B4B"/>
            </a:solidFill>
            <a:prstDash val="solid"/>
          </a:ln>
        </p:spPr>
      </p:sp>
      <p:sp>
        <p:nvSpPr>
          <p:cNvPr id="200" name="step07-event-label">
            <a:extLst>
              <a:ext uri="{FF2B5EF4-FFF2-40B4-BE49-F238E27FC236}">
                <a16:creationId xmlns:a16="http://schemas.microsoft.com/office/drawing/2014/main" id="{6B3F8E9C-456D-4E37-B381-EF47EFBDC5DF}"/>
              </a:ext>
            </a:extLst>
          </p:cNvPr>
          <p:cNvSpPr>
            <a:spLocks noGrp="1"/>
          </p:cNvSpPr>
          <p:nvPr/>
        </p:nvSpPr>
        <p:spPr>
          <a:xfrm>
            <a:off x="2457450" y="5934075"/>
            <a:ext cx="8382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600" b="0">
                <a:solidFill>
                  <a:srgbClr val="5E6B76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5E6B76"/>
                </a:solidFill>
                <a:latin typeface="Arial"/>
                <a:ea typeface="Arial"/>
                <a:cs typeface="Arial"/>
              </a:rPr>
              <a:t>events on ΔF/F</a:t>
            </a:r>
          </a:p>
          <a:p>
            <a:pPr algn="ctr">
              <a:defRPr sz="600" b="0">
                <a:solidFill>
                  <a:srgbClr val="5E6B76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5E6B76"/>
                </a:solidFill>
                <a:latin typeface="Arial"/>
                <a:ea typeface="Arial"/>
                <a:cs typeface="Arial"/>
              </a:rPr>
              <a:t>(not spikes)</a:t>
            </a:r>
          </a:p>
        </p:txBody>
      </p:sp>
      <p:sp>
        <p:nvSpPr>
          <p:cNvPr id="201" name="step08-small-map">
            <a:extLst>
              <a:ext uri="{FF2B5EF4-FFF2-40B4-BE49-F238E27FC236}">
                <a16:creationId xmlns:a16="http://schemas.microsoft.com/office/drawing/2014/main" id="{73EC5ACB-CAB3-41F0-8176-3CFF3DF4D474}"/>
              </a:ext>
            </a:extLst>
          </p:cNvPr>
          <p:cNvSpPr>
            <a:spLocks noGrp="1"/>
          </p:cNvSpPr>
          <p:nvPr/>
        </p:nvSpPr>
        <p:spPr>
          <a:xfrm>
            <a:off x="3667125" y="5400675"/>
            <a:ext cx="2667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2E78B7"/>
            </a:solidFill>
            <a:prstDash val="solid"/>
          </a:ln>
        </p:spPr>
      </p:sp>
      <p:sp>
        <p:nvSpPr>
          <p:cNvPr id="202" name="step08-small-map-h-1">
            <a:extLst>
              <a:ext uri="{FF2B5EF4-FFF2-40B4-BE49-F238E27FC236}">
                <a16:creationId xmlns:a16="http://schemas.microsoft.com/office/drawing/2014/main" id="{1C48CCC8-0F6E-407B-8614-6071587518B0}"/>
              </a:ext>
            </a:extLst>
          </p:cNvPr>
          <p:cNvSpPr>
            <a:spLocks noGrp="1"/>
          </p:cNvSpPr>
          <p:nvPr/>
        </p:nvSpPr>
        <p:spPr>
          <a:xfrm>
            <a:off x="3667125" y="5514975"/>
            <a:ext cx="266700" cy="953"/>
          </a:xfrm>
          <a:prstGeom prst="line">
            <a:avLst/>
          </a:prstGeom>
          <a:noFill/>
          <a:ln w="7620">
            <a:solidFill>
              <a:srgbClr val="D6DEE5"/>
            </a:solidFill>
            <a:prstDash val="solid"/>
          </a:ln>
        </p:spPr>
      </p:sp>
      <p:sp>
        <p:nvSpPr>
          <p:cNvPr id="203" name="step08-small-map-h-2">
            <a:extLst>
              <a:ext uri="{FF2B5EF4-FFF2-40B4-BE49-F238E27FC236}">
                <a16:creationId xmlns:a16="http://schemas.microsoft.com/office/drawing/2014/main" id="{AAB13FFC-5DFB-4E97-A6FF-E0BD429AF85F}"/>
              </a:ext>
            </a:extLst>
          </p:cNvPr>
          <p:cNvSpPr>
            <a:spLocks noGrp="1"/>
          </p:cNvSpPr>
          <p:nvPr/>
        </p:nvSpPr>
        <p:spPr>
          <a:xfrm>
            <a:off x="3667125" y="5629275"/>
            <a:ext cx="266700" cy="953"/>
          </a:xfrm>
          <a:prstGeom prst="line">
            <a:avLst/>
          </a:prstGeom>
          <a:noFill/>
          <a:ln w="7620">
            <a:solidFill>
              <a:srgbClr val="D6DEE5"/>
            </a:solidFill>
            <a:prstDash val="solid"/>
          </a:ln>
        </p:spPr>
      </p:sp>
      <p:sp>
        <p:nvSpPr>
          <p:cNvPr id="204" name="step08-align-arrow">
            <a:extLst>
              <a:ext uri="{FF2B5EF4-FFF2-40B4-BE49-F238E27FC236}">
                <a16:creationId xmlns:a16="http://schemas.microsoft.com/office/drawing/2014/main" id="{ED1D205A-D5F7-46F7-AC81-A2BA611380A5}"/>
              </a:ext>
            </a:extLst>
          </p:cNvPr>
          <p:cNvSpPr>
            <a:spLocks noGrp="1"/>
          </p:cNvSpPr>
          <p:nvPr/>
        </p:nvSpPr>
        <p:spPr>
          <a:xfrm>
            <a:off x="3971925" y="5534025"/>
            <a:ext cx="171450" cy="76200"/>
          </a:xfrm>
          <a:prstGeom prst="rightArrow">
            <a:avLst/>
          </a:prstGeom>
          <a:solidFill>
            <a:srgbClr val="263B4A"/>
          </a:solidFill>
          <a:ln w="0">
            <a:solidFill>
              <a:srgbClr val="263B4A"/>
            </a:solidFill>
            <a:prstDash val="solid"/>
          </a:ln>
        </p:spPr>
      </p:sp>
      <p:sp>
        <p:nvSpPr>
          <p:cNvPr id="205" name="step08-trial-0-0">
            <a:extLst>
              <a:ext uri="{FF2B5EF4-FFF2-40B4-BE49-F238E27FC236}">
                <a16:creationId xmlns:a16="http://schemas.microsoft.com/office/drawing/2014/main" id="{E646CDC3-3C98-4792-AAB5-FFDD0519E601}"/>
              </a:ext>
            </a:extLst>
          </p:cNvPr>
          <p:cNvSpPr>
            <a:spLocks noGrp="1"/>
          </p:cNvSpPr>
          <p:nvPr/>
        </p:nvSpPr>
        <p:spPr>
          <a:xfrm flipV="1">
            <a:off x="4171950" y="5419725"/>
            <a:ext cx="114300" cy="19050"/>
          </a:xfrm>
          <a:prstGeom prst="line">
            <a:avLst/>
          </a:prstGeom>
          <a:noFill/>
          <a:ln w="9525">
            <a:solidFill>
              <a:srgbClr val="2D8C57"/>
            </a:solidFill>
            <a:prstDash val="solid"/>
          </a:ln>
        </p:spPr>
      </p:sp>
      <p:sp>
        <p:nvSpPr>
          <p:cNvPr id="206" name="step08-trial-0-1">
            <a:extLst>
              <a:ext uri="{FF2B5EF4-FFF2-40B4-BE49-F238E27FC236}">
                <a16:creationId xmlns:a16="http://schemas.microsoft.com/office/drawing/2014/main" id="{E9AC5D2A-274A-4FD5-B674-5895A6A99A49}"/>
              </a:ext>
            </a:extLst>
          </p:cNvPr>
          <p:cNvSpPr>
            <a:spLocks noGrp="1"/>
          </p:cNvSpPr>
          <p:nvPr/>
        </p:nvSpPr>
        <p:spPr>
          <a:xfrm>
            <a:off x="4286250" y="5419725"/>
            <a:ext cx="66675" cy="76200"/>
          </a:xfrm>
          <a:prstGeom prst="line">
            <a:avLst/>
          </a:prstGeom>
          <a:noFill/>
          <a:ln w="9525">
            <a:solidFill>
              <a:srgbClr val="2D8C57"/>
            </a:solidFill>
            <a:prstDash val="solid"/>
          </a:ln>
        </p:spPr>
      </p:sp>
      <p:sp>
        <p:nvSpPr>
          <p:cNvPr id="207" name="step08-trial-0-2">
            <a:extLst>
              <a:ext uri="{FF2B5EF4-FFF2-40B4-BE49-F238E27FC236}">
                <a16:creationId xmlns:a16="http://schemas.microsoft.com/office/drawing/2014/main" id="{0797F76B-EB28-4AE6-9334-291F9E3A6678}"/>
              </a:ext>
            </a:extLst>
          </p:cNvPr>
          <p:cNvSpPr>
            <a:spLocks noGrp="1"/>
          </p:cNvSpPr>
          <p:nvPr/>
        </p:nvSpPr>
        <p:spPr>
          <a:xfrm flipV="1">
            <a:off x="4352925" y="5448300"/>
            <a:ext cx="133350" cy="47625"/>
          </a:xfrm>
          <a:prstGeom prst="line">
            <a:avLst/>
          </a:prstGeom>
          <a:noFill/>
          <a:ln w="9525">
            <a:solidFill>
              <a:srgbClr val="2D8C57"/>
            </a:solidFill>
            <a:prstDash val="solid"/>
          </a:ln>
        </p:spPr>
      </p:sp>
      <p:sp>
        <p:nvSpPr>
          <p:cNvPr id="208" name="step08-align-0">
            <a:extLst>
              <a:ext uri="{FF2B5EF4-FFF2-40B4-BE49-F238E27FC236}">
                <a16:creationId xmlns:a16="http://schemas.microsoft.com/office/drawing/2014/main" id="{80A942B8-04F5-4572-AE72-BCCABE793A19}"/>
              </a:ext>
            </a:extLst>
          </p:cNvPr>
          <p:cNvSpPr>
            <a:spLocks noGrp="1"/>
          </p:cNvSpPr>
          <p:nvPr/>
        </p:nvSpPr>
        <p:spPr>
          <a:xfrm>
            <a:off x="4305300" y="5400675"/>
            <a:ext cx="953" cy="123825"/>
          </a:xfrm>
          <a:prstGeom prst="line">
            <a:avLst/>
          </a:prstGeom>
          <a:noFill/>
          <a:ln w="8573">
            <a:solidFill>
              <a:srgbClr val="D94B4B"/>
            </a:solidFill>
            <a:prstDash val="solid"/>
          </a:ln>
        </p:spPr>
      </p:sp>
      <p:sp>
        <p:nvSpPr>
          <p:cNvPr id="209" name="step08-trial-1-0">
            <a:extLst>
              <a:ext uri="{FF2B5EF4-FFF2-40B4-BE49-F238E27FC236}">
                <a16:creationId xmlns:a16="http://schemas.microsoft.com/office/drawing/2014/main" id="{31D24A5F-11B2-44FA-A4BF-10A2C48BF0DC}"/>
              </a:ext>
            </a:extLst>
          </p:cNvPr>
          <p:cNvSpPr>
            <a:spLocks noGrp="1"/>
          </p:cNvSpPr>
          <p:nvPr/>
        </p:nvSpPr>
        <p:spPr>
          <a:xfrm flipV="1">
            <a:off x="4171950" y="5534025"/>
            <a:ext cx="114300" cy="19050"/>
          </a:xfrm>
          <a:prstGeom prst="line">
            <a:avLst/>
          </a:prstGeom>
          <a:noFill/>
          <a:ln w="9525">
            <a:solidFill>
              <a:srgbClr val="2D8C57"/>
            </a:solidFill>
            <a:prstDash val="solid"/>
          </a:ln>
        </p:spPr>
      </p:sp>
      <p:sp>
        <p:nvSpPr>
          <p:cNvPr id="210" name="step08-trial-1-1">
            <a:extLst>
              <a:ext uri="{FF2B5EF4-FFF2-40B4-BE49-F238E27FC236}">
                <a16:creationId xmlns:a16="http://schemas.microsoft.com/office/drawing/2014/main" id="{CD8E2EE5-29FD-48C5-8A90-A64C62A34228}"/>
              </a:ext>
            </a:extLst>
          </p:cNvPr>
          <p:cNvSpPr>
            <a:spLocks noGrp="1"/>
          </p:cNvSpPr>
          <p:nvPr/>
        </p:nvSpPr>
        <p:spPr>
          <a:xfrm>
            <a:off x="4286250" y="5534025"/>
            <a:ext cx="66675" cy="76200"/>
          </a:xfrm>
          <a:prstGeom prst="line">
            <a:avLst/>
          </a:prstGeom>
          <a:noFill/>
          <a:ln w="9525">
            <a:solidFill>
              <a:srgbClr val="2D8C57"/>
            </a:solidFill>
            <a:prstDash val="solid"/>
          </a:ln>
        </p:spPr>
      </p:sp>
      <p:sp>
        <p:nvSpPr>
          <p:cNvPr id="211" name="step08-trial-1-2">
            <a:extLst>
              <a:ext uri="{FF2B5EF4-FFF2-40B4-BE49-F238E27FC236}">
                <a16:creationId xmlns:a16="http://schemas.microsoft.com/office/drawing/2014/main" id="{DB114B0F-5E1A-4906-98BF-CF45826E66CF}"/>
              </a:ext>
            </a:extLst>
          </p:cNvPr>
          <p:cNvSpPr>
            <a:spLocks noGrp="1"/>
          </p:cNvSpPr>
          <p:nvPr/>
        </p:nvSpPr>
        <p:spPr>
          <a:xfrm flipV="1">
            <a:off x="4352925" y="5562600"/>
            <a:ext cx="133350" cy="47625"/>
          </a:xfrm>
          <a:prstGeom prst="line">
            <a:avLst/>
          </a:prstGeom>
          <a:noFill/>
          <a:ln w="9525">
            <a:solidFill>
              <a:srgbClr val="2D8C57"/>
            </a:solidFill>
            <a:prstDash val="solid"/>
          </a:ln>
        </p:spPr>
      </p:sp>
      <p:sp>
        <p:nvSpPr>
          <p:cNvPr id="212" name="step08-align-1">
            <a:extLst>
              <a:ext uri="{FF2B5EF4-FFF2-40B4-BE49-F238E27FC236}">
                <a16:creationId xmlns:a16="http://schemas.microsoft.com/office/drawing/2014/main" id="{8FC302F5-405D-4F92-BFD3-7024271C4E33}"/>
              </a:ext>
            </a:extLst>
          </p:cNvPr>
          <p:cNvSpPr>
            <a:spLocks noGrp="1"/>
          </p:cNvSpPr>
          <p:nvPr/>
        </p:nvSpPr>
        <p:spPr>
          <a:xfrm>
            <a:off x="4305300" y="5514975"/>
            <a:ext cx="953" cy="123825"/>
          </a:xfrm>
          <a:prstGeom prst="line">
            <a:avLst/>
          </a:prstGeom>
          <a:noFill/>
          <a:ln w="8573">
            <a:solidFill>
              <a:srgbClr val="D94B4B"/>
            </a:solidFill>
            <a:prstDash val="solid"/>
          </a:ln>
        </p:spPr>
      </p:sp>
      <p:sp>
        <p:nvSpPr>
          <p:cNvPr id="213" name="step08-trial-2-0">
            <a:extLst>
              <a:ext uri="{FF2B5EF4-FFF2-40B4-BE49-F238E27FC236}">
                <a16:creationId xmlns:a16="http://schemas.microsoft.com/office/drawing/2014/main" id="{3EE94E9E-F793-4CD9-A68B-47E4C2B7210B}"/>
              </a:ext>
            </a:extLst>
          </p:cNvPr>
          <p:cNvSpPr>
            <a:spLocks noGrp="1"/>
          </p:cNvSpPr>
          <p:nvPr/>
        </p:nvSpPr>
        <p:spPr>
          <a:xfrm flipV="1">
            <a:off x="4171950" y="5648325"/>
            <a:ext cx="114300" cy="19050"/>
          </a:xfrm>
          <a:prstGeom prst="line">
            <a:avLst/>
          </a:prstGeom>
          <a:noFill/>
          <a:ln w="9525">
            <a:solidFill>
              <a:srgbClr val="2D8C57"/>
            </a:solidFill>
            <a:prstDash val="solid"/>
          </a:ln>
        </p:spPr>
      </p:sp>
      <p:sp>
        <p:nvSpPr>
          <p:cNvPr id="214" name="step08-trial-2-1">
            <a:extLst>
              <a:ext uri="{FF2B5EF4-FFF2-40B4-BE49-F238E27FC236}">
                <a16:creationId xmlns:a16="http://schemas.microsoft.com/office/drawing/2014/main" id="{020BE5B8-B1BF-42D8-A990-7B1ABCFAC41E}"/>
              </a:ext>
            </a:extLst>
          </p:cNvPr>
          <p:cNvSpPr>
            <a:spLocks noGrp="1"/>
          </p:cNvSpPr>
          <p:nvPr/>
        </p:nvSpPr>
        <p:spPr>
          <a:xfrm>
            <a:off x="4286250" y="5648325"/>
            <a:ext cx="66675" cy="76200"/>
          </a:xfrm>
          <a:prstGeom prst="line">
            <a:avLst/>
          </a:prstGeom>
          <a:noFill/>
          <a:ln w="9525">
            <a:solidFill>
              <a:srgbClr val="2D8C57"/>
            </a:solidFill>
            <a:prstDash val="solid"/>
          </a:ln>
        </p:spPr>
      </p:sp>
      <p:sp>
        <p:nvSpPr>
          <p:cNvPr id="215" name="step08-trial-2-2">
            <a:extLst>
              <a:ext uri="{FF2B5EF4-FFF2-40B4-BE49-F238E27FC236}">
                <a16:creationId xmlns:a16="http://schemas.microsoft.com/office/drawing/2014/main" id="{9585F36F-F14A-4638-9E28-FB961B515AB0}"/>
              </a:ext>
            </a:extLst>
          </p:cNvPr>
          <p:cNvSpPr>
            <a:spLocks noGrp="1"/>
          </p:cNvSpPr>
          <p:nvPr/>
        </p:nvSpPr>
        <p:spPr>
          <a:xfrm flipV="1">
            <a:off x="4352925" y="5676900"/>
            <a:ext cx="133350" cy="47625"/>
          </a:xfrm>
          <a:prstGeom prst="line">
            <a:avLst/>
          </a:prstGeom>
          <a:noFill/>
          <a:ln w="9525">
            <a:solidFill>
              <a:srgbClr val="2D8C57"/>
            </a:solidFill>
            <a:prstDash val="solid"/>
          </a:ln>
        </p:spPr>
      </p:sp>
      <p:sp>
        <p:nvSpPr>
          <p:cNvPr id="216" name="step08-align-2">
            <a:extLst>
              <a:ext uri="{FF2B5EF4-FFF2-40B4-BE49-F238E27FC236}">
                <a16:creationId xmlns:a16="http://schemas.microsoft.com/office/drawing/2014/main" id="{0BCAE657-B7CC-4075-B0DA-CD4377FF8C35}"/>
              </a:ext>
            </a:extLst>
          </p:cNvPr>
          <p:cNvSpPr>
            <a:spLocks noGrp="1"/>
          </p:cNvSpPr>
          <p:nvPr/>
        </p:nvSpPr>
        <p:spPr>
          <a:xfrm>
            <a:off x="4305300" y="5629275"/>
            <a:ext cx="953" cy="123825"/>
          </a:xfrm>
          <a:prstGeom prst="line">
            <a:avLst/>
          </a:prstGeom>
          <a:noFill/>
          <a:ln w="8573">
            <a:solidFill>
              <a:srgbClr val="D94B4B"/>
            </a:solidFill>
            <a:prstDash val="solid"/>
          </a:ln>
        </p:spPr>
      </p:sp>
      <p:sp>
        <p:nvSpPr>
          <p:cNvPr id="217" name="step08-heat-0-0">
            <a:extLst>
              <a:ext uri="{FF2B5EF4-FFF2-40B4-BE49-F238E27FC236}">
                <a16:creationId xmlns:a16="http://schemas.microsoft.com/office/drawing/2014/main" id="{95D54943-DE70-4A6F-BE7C-B283A084AC9E}"/>
              </a:ext>
            </a:extLst>
          </p:cNvPr>
          <p:cNvSpPr>
            <a:spLocks noGrp="1"/>
          </p:cNvSpPr>
          <p:nvPr/>
        </p:nvSpPr>
        <p:spPr>
          <a:xfrm>
            <a:off x="4210050" y="5819775"/>
            <a:ext cx="76200" cy="76200"/>
          </a:xfrm>
          <a:prstGeom prst="rect">
            <a:avLst/>
          </a:prstGeom>
          <a:solidFill>
            <a:srgbClr val="EFF8F0"/>
          </a:solidFill>
          <a:ln w="0">
            <a:solidFill>
              <a:srgbClr val="EFF8F0"/>
            </a:solidFill>
            <a:prstDash val="solid"/>
          </a:ln>
        </p:spPr>
      </p:sp>
      <p:sp>
        <p:nvSpPr>
          <p:cNvPr id="218" name="step08-heat-0-1">
            <a:extLst>
              <a:ext uri="{FF2B5EF4-FFF2-40B4-BE49-F238E27FC236}">
                <a16:creationId xmlns:a16="http://schemas.microsoft.com/office/drawing/2014/main" id="{FB4339AB-E7EB-476A-A82D-8A2528812E54}"/>
              </a:ext>
            </a:extLst>
          </p:cNvPr>
          <p:cNvSpPr>
            <a:spLocks noGrp="1"/>
          </p:cNvSpPr>
          <p:nvPr/>
        </p:nvSpPr>
        <p:spPr>
          <a:xfrm>
            <a:off x="4286250" y="5819775"/>
            <a:ext cx="76200" cy="76200"/>
          </a:xfrm>
          <a:prstGeom prst="rect">
            <a:avLst/>
          </a:prstGeom>
          <a:solidFill>
            <a:srgbClr val="CFEED7"/>
          </a:solidFill>
          <a:ln w="0">
            <a:solidFill>
              <a:srgbClr val="CFEED7"/>
            </a:solidFill>
            <a:prstDash val="solid"/>
          </a:ln>
        </p:spPr>
      </p:sp>
      <p:sp>
        <p:nvSpPr>
          <p:cNvPr id="219" name="step08-heat-0-2">
            <a:extLst>
              <a:ext uri="{FF2B5EF4-FFF2-40B4-BE49-F238E27FC236}">
                <a16:creationId xmlns:a16="http://schemas.microsoft.com/office/drawing/2014/main" id="{745D44D7-A5E2-4737-B07F-8641FD80C0A4}"/>
              </a:ext>
            </a:extLst>
          </p:cNvPr>
          <p:cNvSpPr>
            <a:spLocks noGrp="1"/>
          </p:cNvSpPr>
          <p:nvPr/>
        </p:nvSpPr>
        <p:spPr>
          <a:xfrm>
            <a:off x="4362450" y="5819775"/>
            <a:ext cx="76200" cy="76200"/>
          </a:xfrm>
          <a:prstGeom prst="rect">
            <a:avLst/>
          </a:prstGeom>
          <a:solidFill>
            <a:srgbClr val="A6DDB8"/>
          </a:solidFill>
          <a:ln w="0">
            <a:solidFill>
              <a:srgbClr val="A6DDB8"/>
            </a:solidFill>
            <a:prstDash val="solid"/>
          </a:ln>
        </p:spPr>
      </p:sp>
      <p:sp>
        <p:nvSpPr>
          <p:cNvPr id="220" name="step08-heat-0-3">
            <a:extLst>
              <a:ext uri="{FF2B5EF4-FFF2-40B4-BE49-F238E27FC236}">
                <a16:creationId xmlns:a16="http://schemas.microsoft.com/office/drawing/2014/main" id="{2325D9FF-39A3-4526-86B5-A5023088D616}"/>
              </a:ext>
            </a:extLst>
          </p:cNvPr>
          <p:cNvSpPr>
            <a:spLocks noGrp="1"/>
          </p:cNvSpPr>
          <p:nvPr/>
        </p:nvSpPr>
        <p:spPr>
          <a:xfrm>
            <a:off x="4438650" y="5819775"/>
            <a:ext cx="76200" cy="76200"/>
          </a:xfrm>
          <a:prstGeom prst="rect">
            <a:avLst/>
          </a:prstGeom>
          <a:solidFill>
            <a:srgbClr val="76C992"/>
          </a:solidFill>
          <a:ln w="0">
            <a:solidFill>
              <a:srgbClr val="76C992"/>
            </a:solidFill>
            <a:prstDash val="solid"/>
          </a:ln>
        </p:spPr>
      </p:sp>
      <p:sp>
        <p:nvSpPr>
          <p:cNvPr id="221" name="step08-heat-1-0">
            <a:extLst>
              <a:ext uri="{FF2B5EF4-FFF2-40B4-BE49-F238E27FC236}">
                <a16:creationId xmlns:a16="http://schemas.microsoft.com/office/drawing/2014/main" id="{E1D2A959-779C-4E98-9580-1BF200EC259B}"/>
              </a:ext>
            </a:extLst>
          </p:cNvPr>
          <p:cNvSpPr>
            <a:spLocks noGrp="1"/>
          </p:cNvSpPr>
          <p:nvPr/>
        </p:nvSpPr>
        <p:spPr>
          <a:xfrm>
            <a:off x="4210050" y="5895975"/>
            <a:ext cx="76200" cy="76200"/>
          </a:xfrm>
          <a:prstGeom prst="rect">
            <a:avLst/>
          </a:prstGeom>
          <a:solidFill>
            <a:srgbClr val="CFEED7"/>
          </a:solidFill>
          <a:ln w="0">
            <a:solidFill>
              <a:srgbClr val="CFEED7"/>
            </a:solidFill>
            <a:prstDash val="solid"/>
          </a:ln>
        </p:spPr>
      </p:sp>
      <p:sp>
        <p:nvSpPr>
          <p:cNvPr id="222" name="step08-heat-1-1">
            <a:extLst>
              <a:ext uri="{FF2B5EF4-FFF2-40B4-BE49-F238E27FC236}">
                <a16:creationId xmlns:a16="http://schemas.microsoft.com/office/drawing/2014/main" id="{CF49F4CD-B54C-49D6-BDB5-EBFEB6D39CFF}"/>
              </a:ext>
            </a:extLst>
          </p:cNvPr>
          <p:cNvSpPr>
            <a:spLocks noGrp="1"/>
          </p:cNvSpPr>
          <p:nvPr/>
        </p:nvSpPr>
        <p:spPr>
          <a:xfrm>
            <a:off x="4286250" y="5895975"/>
            <a:ext cx="76200" cy="76200"/>
          </a:xfrm>
          <a:prstGeom prst="rect">
            <a:avLst/>
          </a:prstGeom>
          <a:solidFill>
            <a:srgbClr val="A6DDB8"/>
          </a:solidFill>
          <a:ln w="0">
            <a:solidFill>
              <a:srgbClr val="A6DDB8"/>
            </a:solidFill>
            <a:prstDash val="solid"/>
          </a:ln>
        </p:spPr>
      </p:sp>
      <p:sp>
        <p:nvSpPr>
          <p:cNvPr id="223" name="step08-heat-1-2">
            <a:extLst>
              <a:ext uri="{FF2B5EF4-FFF2-40B4-BE49-F238E27FC236}">
                <a16:creationId xmlns:a16="http://schemas.microsoft.com/office/drawing/2014/main" id="{072AFDF9-2C0C-4169-9C99-0A18F537E79C}"/>
              </a:ext>
            </a:extLst>
          </p:cNvPr>
          <p:cNvSpPr>
            <a:spLocks noGrp="1"/>
          </p:cNvSpPr>
          <p:nvPr/>
        </p:nvSpPr>
        <p:spPr>
          <a:xfrm>
            <a:off x="4362450" y="5895975"/>
            <a:ext cx="76200" cy="76200"/>
          </a:xfrm>
          <a:prstGeom prst="rect">
            <a:avLst/>
          </a:prstGeom>
          <a:solidFill>
            <a:srgbClr val="76C992"/>
          </a:solidFill>
          <a:ln w="0">
            <a:solidFill>
              <a:srgbClr val="76C992"/>
            </a:solidFill>
            <a:prstDash val="solid"/>
          </a:ln>
        </p:spPr>
      </p:sp>
      <p:sp>
        <p:nvSpPr>
          <p:cNvPr id="224" name="step08-heat-1-3">
            <a:extLst>
              <a:ext uri="{FF2B5EF4-FFF2-40B4-BE49-F238E27FC236}">
                <a16:creationId xmlns:a16="http://schemas.microsoft.com/office/drawing/2014/main" id="{2033CE62-C770-4D82-B3B7-5AC267DBBE9A}"/>
              </a:ext>
            </a:extLst>
          </p:cNvPr>
          <p:cNvSpPr>
            <a:spLocks noGrp="1"/>
          </p:cNvSpPr>
          <p:nvPr/>
        </p:nvSpPr>
        <p:spPr>
          <a:xfrm>
            <a:off x="4438650" y="5895975"/>
            <a:ext cx="76200" cy="76200"/>
          </a:xfrm>
          <a:prstGeom prst="rect">
            <a:avLst/>
          </a:prstGeom>
          <a:solidFill>
            <a:srgbClr val="EFF8F0"/>
          </a:solidFill>
          <a:ln w="0">
            <a:solidFill>
              <a:srgbClr val="EFF8F0"/>
            </a:solidFill>
            <a:prstDash val="solid"/>
          </a:ln>
        </p:spPr>
      </p:sp>
      <p:sp>
        <p:nvSpPr>
          <p:cNvPr id="225" name="step08-heat-2-0">
            <a:extLst>
              <a:ext uri="{FF2B5EF4-FFF2-40B4-BE49-F238E27FC236}">
                <a16:creationId xmlns:a16="http://schemas.microsoft.com/office/drawing/2014/main" id="{E1DC6F64-D84B-47F7-A145-72F7135C8A7A}"/>
              </a:ext>
            </a:extLst>
          </p:cNvPr>
          <p:cNvSpPr>
            <a:spLocks noGrp="1"/>
          </p:cNvSpPr>
          <p:nvPr/>
        </p:nvSpPr>
        <p:spPr>
          <a:xfrm>
            <a:off x="4210050" y="5972175"/>
            <a:ext cx="76200" cy="76200"/>
          </a:xfrm>
          <a:prstGeom prst="rect">
            <a:avLst/>
          </a:prstGeom>
          <a:solidFill>
            <a:srgbClr val="A6DDB8"/>
          </a:solidFill>
          <a:ln w="0">
            <a:solidFill>
              <a:srgbClr val="A6DDB8"/>
            </a:solidFill>
            <a:prstDash val="solid"/>
          </a:ln>
        </p:spPr>
      </p:sp>
      <p:sp>
        <p:nvSpPr>
          <p:cNvPr id="226" name="step08-heat-2-1">
            <a:extLst>
              <a:ext uri="{FF2B5EF4-FFF2-40B4-BE49-F238E27FC236}">
                <a16:creationId xmlns:a16="http://schemas.microsoft.com/office/drawing/2014/main" id="{C6E55BE2-5095-498C-9E5A-3DC77C3BCE70}"/>
              </a:ext>
            </a:extLst>
          </p:cNvPr>
          <p:cNvSpPr>
            <a:spLocks noGrp="1"/>
          </p:cNvSpPr>
          <p:nvPr/>
        </p:nvSpPr>
        <p:spPr>
          <a:xfrm>
            <a:off x="4286250" y="5972175"/>
            <a:ext cx="76200" cy="76200"/>
          </a:xfrm>
          <a:prstGeom prst="rect">
            <a:avLst/>
          </a:prstGeom>
          <a:solidFill>
            <a:srgbClr val="76C992"/>
          </a:solidFill>
          <a:ln w="0">
            <a:solidFill>
              <a:srgbClr val="76C992"/>
            </a:solidFill>
            <a:prstDash val="solid"/>
          </a:ln>
        </p:spPr>
      </p:sp>
      <p:sp>
        <p:nvSpPr>
          <p:cNvPr id="227" name="step08-heat-2-2">
            <a:extLst>
              <a:ext uri="{FF2B5EF4-FFF2-40B4-BE49-F238E27FC236}">
                <a16:creationId xmlns:a16="http://schemas.microsoft.com/office/drawing/2014/main" id="{F59B540A-8B78-4661-AC82-411D9C7C0E71}"/>
              </a:ext>
            </a:extLst>
          </p:cNvPr>
          <p:cNvSpPr>
            <a:spLocks noGrp="1"/>
          </p:cNvSpPr>
          <p:nvPr/>
        </p:nvSpPr>
        <p:spPr>
          <a:xfrm>
            <a:off x="4362450" y="5972175"/>
            <a:ext cx="76200" cy="76200"/>
          </a:xfrm>
          <a:prstGeom prst="rect">
            <a:avLst/>
          </a:prstGeom>
          <a:solidFill>
            <a:srgbClr val="EFF8F0"/>
          </a:solidFill>
          <a:ln w="0">
            <a:solidFill>
              <a:srgbClr val="EFF8F0"/>
            </a:solidFill>
            <a:prstDash val="solid"/>
          </a:ln>
        </p:spPr>
      </p:sp>
      <p:sp>
        <p:nvSpPr>
          <p:cNvPr id="228" name="step08-heat-2-3">
            <a:extLst>
              <a:ext uri="{FF2B5EF4-FFF2-40B4-BE49-F238E27FC236}">
                <a16:creationId xmlns:a16="http://schemas.microsoft.com/office/drawing/2014/main" id="{A95D2489-9207-4116-A8E1-581C5A23501C}"/>
              </a:ext>
            </a:extLst>
          </p:cNvPr>
          <p:cNvSpPr>
            <a:spLocks noGrp="1"/>
          </p:cNvSpPr>
          <p:nvPr/>
        </p:nvSpPr>
        <p:spPr>
          <a:xfrm>
            <a:off x="4438650" y="5972175"/>
            <a:ext cx="76200" cy="76200"/>
          </a:xfrm>
          <a:prstGeom prst="rect">
            <a:avLst/>
          </a:prstGeom>
          <a:solidFill>
            <a:srgbClr val="CFEED7"/>
          </a:solidFill>
          <a:ln w="0">
            <a:solidFill>
              <a:srgbClr val="CFEED7"/>
            </a:solidFill>
            <a:prstDash val="solid"/>
          </a:ln>
        </p:spPr>
      </p:sp>
      <p:sp>
        <p:nvSpPr>
          <p:cNvPr id="229" name="step08-stim-label">
            <a:extLst>
              <a:ext uri="{FF2B5EF4-FFF2-40B4-BE49-F238E27FC236}">
                <a16:creationId xmlns:a16="http://schemas.microsoft.com/office/drawing/2014/main" id="{2B06E57A-E384-4D47-A0A7-3B20EB011694}"/>
              </a:ext>
            </a:extLst>
          </p:cNvPr>
          <p:cNvSpPr>
            <a:spLocks noGrp="1"/>
          </p:cNvSpPr>
          <p:nvPr/>
        </p:nvSpPr>
        <p:spPr>
          <a:xfrm>
            <a:off x="3629025" y="6086475"/>
            <a:ext cx="8953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578" b="0">
                <a:solidFill>
                  <a:srgbClr val="5E6B76"/>
                </a:solidFill>
                <a:latin typeface="Arial"/>
                <a:ea typeface="Arial"/>
                <a:cs typeface="Arial"/>
              </a:defRPr>
            </a:pPr>
            <a:r>
              <a:rPr sz="578" b="0">
                <a:solidFill>
                  <a:srgbClr val="5E6B76"/>
                </a:solidFill>
                <a:latin typeface="Arial"/>
                <a:ea typeface="Arial"/>
                <a:cs typeface="Arial"/>
              </a:rPr>
              <a:t>stim map -&gt; trial alignment</a:t>
            </a:r>
          </a:p>
        </p:txBody>
      </p:sp>
      <p:sp>
        <p:nvSpPr>
          <p:cNvPr id="230" name="step09-polar">
            <a:extLst>
              <a:ext uri="{FF2B5EF4-FFF2-40B4-BE49-F238E27FC236}">
                <a16:creationId xmlns:a16="http://schemas.microsoft.com/office/drawing/2014/main" id="{D67E3FB1-1672-449D-B2FB-5791D06B1485}"/>
              </a:ext>
            </a:extLst>
          </p:cNvPr>
          <p:cNvSpPr>
            <a:spLocks noGrp="1"/>
          </p:cNvSpPr>
          <p:nvPr/>
        </p:nvSpPr>
        <p:spPr>
          <a:xfrm>
            <a:off x="5019675" y="5410200"/>
            <a:ext cx="685800" cy="685800"/>
          </a:xfrm>
          <a:prstGeom prst="ellipse">
            <a:avLst/>
          </a:prstGeom>
          <a:solidFill>
            <a:srgbClr val="FBFFFC"/>
          </a:solidFill>
          <a:ln w="9525">
            <a:solidFill>
              <a:srgbClr val="D6DEE5"/>
            </a:solidFill>
            <a:prstDash val="solid"/>
          </a:ln>
        </p:spPr>
      </p:sp>
      <p:sp>
        <p:nvSpPr>
          <p:cNvPr id="231" name="step09-polar-h">
            <a:extLst>
              <a:ext uri="{FF2B5EF4-FFF2-40B4-BE49-F238E27FC236}">
                <a16:creationId xmlns:a16="http://schemas.microsoft.com/office/drawing/2014/main" id="{64AF3BA7-21B1-4EAA-B03C-CBA33DBD2B07}"/>
              </a:ext>
            </a:extLst>
          </p:cNvPr>
          <p:cNvSpPr>
            <a:spLocks noGrp="1"/>
          </p:cNvSpPr>
          <p:nvPr/>
        </p:nvSpPr>
        <p:spPr>
          <a:xfrm>
            <a:off x="5095875" y="5753100"/>
            <a:ext cx="533400" cy="953"/>
          </a:xfrm>
          <a:prstGeom prst="line">
            <a:avLst/>
          </a:prstGeom>
          <a:noFill/>
          <a:ln w="9525">
            <a:solidFill>
              <a:srgbClr val="D6DEE5"/>
            </a:solidFill>
            <a:prstDash val="solid"/>
          </a:ln>
        </p:spPr>
      </p:sp>
      <p:sp>
        <p:nvSpPr>
          <p:cNvPr id="232" name="step09-polar-v">
            <a:extLst>
              <a:ext uri="{FF2B5EF4-FFF2-40B4-BE49-F238E27FC236}">
                <a16:creationId xmlns:a16="http://schemas.microsoft.com/office/drawing/2014/main" id="{637338AC-838C-4126-9DD3-27E6A9529A5B}"/>
              </a:ext>
            </a:extLst>
          </p:cNvPr>
          <p:cNvSpPr>
            <a:spLocks noGrp="1"/>
          </p:cNvSpPr>
          <p:nvPr/>
        </p:nvSpPr>
        <p:spPr>
          <a:xfrm>
            <a:off x="5362575" y="5486400"/>
            <a:ext cx="953" cy="533400"/>
          </a:xfrm>
          <a:prstGeom prst="line">
            <a:avLst/>
          </a:prstGeom>
          <a:noFill/>
          <a:ln w="9525">
            <a:solidFill>
              <a:srgbClr val="D6DEE5"/>
            </a:solidFill>
            <a:prstDash val="solid"/>
          </a:ln>
        </p:spPr>
      </p:sp>
      <p:sp>
        <p:nvSpPr>
          <p:cNvPr id="233" name="step09-tuning-0">
            <a:extLst>
              <a:ext uri="{FF2B5EF4-FFF2-40B4-BE49-F238E27FC236}">
                <a16:creationId xmlns:a16="http://schemas.microsoft.com/office/drawing/2014/main" id="{890DAB49-7DA8-450E-944A-F3385614534C}"/>
              </a:ext>
            </a:extLst>
          </p:cNvPr>
          <p:cNvSpPr>
            <a:spLocks noGrp="1"/>
          </p:cNvSpPr>
          <p:nvPr/>
        </p:nvSpPr>
        <p:spPr>
          <a:xfrm flipV="1">
            <a:off x="5362575" y="5591175"/>
            <a:ext cx="114300" cy="161925"/>
          </a:xfrm>
          <a:prstGeom prst="line">
            <a:avLst/>
          </a:prstGeom>
          <a:noFill/>
          <a:ln w="15240">
            <a:solidFill>
              <a:srgbClr val="2D8C57"/>
            </a:solidFill>
            <a:prstDash val="solid"/>
          </a:ln>
        </p:spPr>
      </p:sp>
      <p:sp>
        <p:nvSpPr>
          <p:cNvPr id="234" name="step09-tuning-1">
            <a:extLst>
              <a:ext uri="{FF2B5EF4-FFF2-40B4-BE49-F238E27FC236}">
                <a16:creationId xmlns:a16="http://schemas.microsoft.com/office/drawing/2014/main" id="{18EE65F9-16CE-4D07-922B-87930944199F}"/>
              </a:ext>
            </a:extLst>
          </p:cNvPr>
          <p:cNvSpPr>
            <a:spLocks noGrp="1"/>
          </p:cNvSpPr>
          <p:nvPr/>
        </p:nvSpPr>
        <p:spPr>
          <a:xfrm>
            <a:off x="5476875" y="5591175"/>
            <a:ext cx="114300" cy="76200"/>
          </a:xfrm>
          <a:prstGeom prst="line">
            <a:avLst/>
          </a:prstGeom>
          <a:noFill/>
          <a:ln w="15240">
            <a:solidFill>
              <a:srgbClr val="2D8C57"/>
            </a:solidFill>
            <a:prstDash val="solid"/>
          </a:ln>
        </p:spPr>
      </p:sp>
      <p:sp>
        <p:nvSpPr>
          <p:cNvPr id="235" name="step09-tuning-2">
            <a:extLst>
              <a:ext uri="{FF2B5EF4-FFF2-40B4-BE49-F238E27FC236}">
                <a16:creationId xmlns:a16="http://schemas.microsoft.com/office/drawing/2014/main" id="{852DD066-D96F-4A85-B205-E3D438A776FB}"/>
              </a:ext>
            </a:extLst>
          </p:cNvPr>
          <p:cNvSpPr>
            <a:spLocks noGrp="1"/>
          </p:cNvSpPr>
          <p:nvPr/>
        </p:nvSpPr>
        <p:spPr>
          <a:xfrm flipH="1">
            <a:off x="5562600" y="5667375"/>
            <a:ext cx="28575" cy="161925"/>
          </a:xfrm>
          <a:prstGeom prst="line">
            <a:avLst/>
          </a:prstGeom>
          <a:noFill/>
          <a:ln w="15240">
            <a:solidFill>
              <a:srgbClr val="2D8C57"/>
            </a:solidFill>
            <a:prstDash val="solid"/>
          </a:ln>
        </p:spPr>
      </p:sp>
      <p:sp>
        <p:nvSpPr>
          <p:cNvPr id="236" name="step09-tuning-3">
            <a:extLst>
              <a:ext uri="{FF2B5EF4-FFF2-40B4-BE49-F238E27FC236}">
                <a16:creationId xmlns:a16="http://schemas.microsoft.com/office/drawing/2014/main" id="{5788682D-1039-4B55-B844-CBBC53490CB9}"/>
              </a:ext>
            </a:extLst>
          </p:cNvPr>
          <p:cNvSpPr>
            <a:spLocks noGrp="1"/>
          </p:cNvSpPr>
          <p:nvPr/>
        </p:nvSpPr>
        <p:spPr>
          <a:xfrm flipH="1">
            <a:off x="5410200" y="5829300"/>
            <a:ext cx="152400" cy="76200"/>
          </a:xfrm>
          <a:prstGeom prst="line">
            <a:avLst/>
          </a:prstGeom>
          <a:noFill/>
          <a:ln w="15240">
            <a:solidFill>
              <a:srgbClr val="2D8C57"/>
            </a:solidFill>
            <a:prstDash val="solid"/>
          </a:ln>
        </p:spPr>
      </p:sp>
      <p:sp>
        <p:nvSpPr>
          <p:cNvPr id="237" name="step09-tuning-4">
            <a:extLst>
              <a:ext uri="{FF2B5EF4-FFF2-40B4-BE49-F238E27FC236}">
                <a16:creationId xmlns:a16="http://schemas.microsoft.com/office/drawing/2014/main" id="{95FF5A2F-3715-47F2-9BF4-0D180691099D}"/>
              </a:ext>
            </a:extLst>
          </p:cNvPr>
          <p:cNvSpPr>
            <a:spLocks noGrp="1"/>
          </p:cNvSpPr>
          <p:nvPr/>
        </p:nvSpPr>
        <p:spPr>
          <a:xfrm flipH="1" flipV="1">
            <a:off x="5295900" y="5829300"/>
            <a:ext cx="114300" cy="76200"/>
          </a:xfrm>
          <a:prstGeom prst="line">
            <a:avLst/>
          </a:prstGeom>
          <a:noFill/>
          <a:ln w="15240">
            <a:solidFill>
              <a:srgbClr val="2D8C57"/>
            </a:solidFill>
            <a:prstDash val="solid"/>
          </a:ln>
        </p:spPr>
      </p:sp>
      <p:sp>
        <p:nvSpPr>
          <p:cNvPr id="238" name="step09-pref">
            <a:extLst>
              <a:ext uri="{FF2B5EF4-FFF2-40B4-BE49-F238E27FC236}">
                <a16:creationId xmlns:a16="http://schemas.microsoft.com/office/drawing/2014/main" id="{2C143589-0931-4811-99B4-AF97BA94DA8E}"/>
              </a:ext>
            </a:extLst>
          </p:cNvPr>
          <p:cNvSpPr>
            <a:spLocks noGrp="1"/>
          </p:cNvSpPr>
          <p:nvPr/>
        </p:nvSpPr>
        <p:spPr>
          <a:xfrm flipV="1">
            <a:off x="5362575" y="5581650"/>
            <a:ext cx="180975" cy="171450"/>
          </a:xfrm>
          <a:prstGeom prst="line">
            <a:avLst/>
          </a:prstGeom>
          <a:noFill/>
          <a:ln w="17145">
            <a:solidFill>
              <a:srgbClr val="D94B4B"/>
            </a:solidFill>
            <a:prstDash val="solid"/>
          </a:ln>
        </p:spPr>
      </p:sp>
      <p:sp>
        <p:nvSpPr>
          <p:cNvPr id="239" name="step09-deg">
            <a:extLst>
              <a:ext uri="{FF2B5EF4-FFF2-40B4-BE49-F238E27FC236}">
                <a16:creationId xmlns:a16="http://schemas.microsoft.com/office/drawing/2014/main" id="{BC0485AD-F9B9-4193-ABCE-BBD060C73DA1}"/>
              </a:ext>
            </a:extLst>
          </p:cNvPr>
          <p:cNvSpPr>
            <a:spLocks noGrp="1"/>
          </p:cNvSpPr>
          <p:nvPr/>
        </p:nvSpPr>
        <p:spPr>
          <a:xfrm>
            <a:off x="4867275" y="5372100"/>
            <a:ext cx="10001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615" b="1">
                <a:solidFill>
                  <a:srgbClr val="2E78B7"/>
                </a:solidFill>
                <a:latin typeface="Arial"/>
                <a:ea typeface="Arial"/>
                <a:cs typeface="Arial"/>
              </a:defRPr>
            </a:pPr>
            <a:r>
              <a:rPr sz="615" b="1">
                <a:solidFill>
                  <a:srgbClr val="2E78B7"/>
                </a:solidFill>
                <a:latin typeface="Arial"/>
                <a:ea typeface="Arial"/>
                <a:cs typeface="Arial"/>
              </a:rPr>
              <a:t>0-180° AoLP</a:t>
            </a:r>
          </a:p>
        </p:txBody>
      </p:sp>
      <p:sp>
        <p:nvSpPr>
          <p:cNvPr id="240" name="step09-axial">
            <a:extLst>
              <a:ext uri="{FF2B5EF4-FFF2-40B4-BE49-F238E27FC236}">
                <a16:creationId xmlns:a16="http://schemas.microsoft.com/office/drawing/2014/main" id="{B7B91523-4A44-4584-AA55-BA79651046BB}"/>
              </a:ext>
            </a:extLst>
          </p:cNvPr>
          <p:cNvSpPr>
            <a:spLocks noGrp="1"/>
          </p:cNvSpPr>
          <p:nvPr/>
        </p:nvSpPr>
        <p:spPr>
          <a:xfrm>
            <a:off x="4857750" y="6076950"/>
            <a:ext cx="10287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585" b="1">
                <a:solidFill>
                  <a:srgbClr val="C06B24"/>
                </a:solidFill>
                <a:latin typeface="Arial"/>
                <a:ea typeface="Arial"/>
                <a:cs typeface="Arial"/>
              </a:defRPr>
            </a:pPr>
            <a:r>
              <a:rPr sz="585" b="1">
                <a:solidFill>
                  <a:srgbClr val="C06B24"/>
                </a:solidFill>
                <a:latin typeface="Arial"/>
                <a:ea typeface="Arial"/>
                <a:cs typeface="Arial"/>
              </a:rPr>
              <a:t>180°-periodic axial data</a:t>
            </a:r>
          </a:p>
        </p:txBody>
      </p:sp>
      <p:sp>
        <p:nvSpPr>
          <p:cNvPr id="241" name="step10to16-not-detection">
            <a:extLst>
              <a:ext uri="{FF2B5EF4-FFF2-40B4-BE49-F238E27FC236}">
                <a16:creationId xmlns:a16="http://schemas.microsoft.com/office/drawing/2014/main" id="{1BA14465-3B60-4E95-A096-6830C12BDFA9}"/>
              </a:ext>
            </a:extLst>
          </p:cNvPr>
          <p:cNvSpPr>
            <a:spLocks noGrp="1"/>
          </p:cNvSpPr>
          <p:nvPr/>
        </p:nvSpPr>
        <p:spPr>
          <a:xfrm>
            <a:off x="6267450" y="5324475"/>
            <a:ext cx="20383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548" b="1">
                <a:solidFill>
                  <a:srgbClr val="C06B24"/>
                </a:solidFill>
                <a:latin typeface="Arial"/>
                <a:ea typeface="Arial"/>
                <a:cs typeface="Arial"/>
              </a:defRPr>
            </a:pPr>
            <a:r>
              <a:rPr sz="548" b="1">
                <a:solidFill>
                  <a:srgbClr val="C06B24"/>
                </a:solidFill>
                <a:latin typeface="Arial"/>
                <a:ea typeface="Arial"/>
                <a:cs typeface="Arial"/>
              </a:rPr>
              <a:t>ROI-level analysis, not ROI detection</a:t>
            </a:r>
          </a:p>
        </p:txBody>
      </p:sp>
      <p:sp>
        <p:nvSpPr>
          <p:cNvPr id="242" name="step10to16-dash-0">
            <a:extLst>
              <a:ext uri="{FF2B5EF4-FFF2-40B4-BE49-F238E27FC236}">
                <a16:creationId xmlns:a16="http://schemas.microsoft.com/office/drawing/2014/main" id="{6633B35A-6071-4308-A300-B6DA0392049E}"/>
              </a:ext>
            </a:extLst>
          </p:cNvPr>
          <p:cNvSpPr>
            <a:spLocks noGrp="1"/>
          </p:cNvSpPr>
          <p:nvPr/>
        </p:nvSpPr>
        <p:spPr>
          <a:xfrm>
            <a:off x="6286500" y="5486400"/>
            <a:ext cx="638175" cy="314325"/>
          </a:xfrm>
          <a:prstGeom prst="rect">
            <a:avLst/>
          </a:prstGeom>
          <a:solidFill>
            <a:srgbClr val="FAFCFB"/>
          </a:solidFill>
          <a:ln w="9525">
            <a:solidFill>
              <a:srgbClr val="A7D9B7"/>
            </a:solidFill>
            <a:prstDash val="solid"/>
          </a:ln>
        </p:spPr>
      </p:sp>
      <p:sp>
        <p:nvSpPr>
          <p:cNvPr id="243" name="step10to16-dash-label-0">
            <a:extLst>
              <a:ext uri="{FF2B5EF4-FFF2-40B4-BE49-F238E27FC236}">
                <a16:creationId xmlns:a16="http://schemas.microsoft.com/office/drawing/2014/main" id="{3868E2BA-A21A-41B0-AC37-A136A60E9463}"/>
              </a:ext>
            </a:extLst>
          </p:cNvPr>
          <p:cNvSpPr>
            <a:spLocks noGrp="1"/>
          </p:cNvSpPr>
          <p:nvPr/>
        </p:nvSpPr>
        <p:spPr>
          <a:xfrm>
            <a:off x="6305550" y="5695950"/>
            <a:ext cx="600075" cy="85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435" b="0">
                <a:solidFill>
                  <a:srgbClr val="5E6B76"/>
                </a:solidFill>
                <a:latin typeface="Arial"/>
                <a:ea typeface="Arial"/>
                <a:cs typeface="Arial"/>
              </a:defRPr>
            </a:pPr>
            <a:r>
              <a:rPr sz="435" b="0">
                <a:solidFill>
                  <a:srgbClr val="5E6B76"/>
                </a:solidFill>
                <a:latin typeface="Arial"/>
                <a:ea typeface="Arial"/>
                <a:cs typeface="Arial"/>
              </a:rPr>
              <a:t>trace QC</a:t>
            </a:r>
          </a:p>
        </p:txBody>
      </p:sp>
      <p:sp>
        <p:nvSpPr>
          <p:cNvPr id="244" name="step10to16-dash-trace-0">
            <a:extLst>
              <a:ext uri="{FF2B5EF4-FFF2-40B4-BE49-F238E27FC236}">
                <a16:creationId xmlns:a16="http://schemas.microsoft.com/office/drawing/2014/main" id="{10888D44-BFB4-4310-93AF-B4502C9D9846}"/>
              </a:ext>
            </a:extLst>
          </p:cNvPr>
          <p:cNvSpPr>
            <a:spLocks noGrp="1"/>
          </p:cNvSpPr>
          <p:nvPr/>
        </p:nvSpPr>
        <p:spPr>
          <a:xfrm flipV="1">
            <a:off x="6334125" y="5600700"/>
            <a:ext cx="104775" cy="57150"/>
          </a:xfrm>
          <a:prstGeom prst="line">
            <a:avLst/>
          </a:prstGeom>
          <a:noFill/>
          <a:ln w="11430">
            <a:solidFill>
              <a:srgbClr val="2D8C57"/>
            </a:solidFill>
            <a:prstDash val="solid"/>
          </a:ln>
        </p:spPr>
      </p:sp>
      <p:sp>
        <p:nvSpPr>
          <p:cNvPr id="245" name="step10to16-dash-trace-1">
            <a:extLst>
              <a:ext uri="{FF2B5EF4-FFF2-40B4-BE49-F238E27FC236}">
                <a16:creationId xmlns:a16="http://schemas.microsoft.com/office/drawing/2014/main" id="{E0AF0956-E0F4-43D4-9425-3C1BDDE00C04}"/>
              </a:ext>
            </a:extLst>
          </p:cNvPr>
          <p:cNvSpPr>
            <a:spLocks noGrp="1"/>
          </p:cNvSpPr>
          <p:nvPr/>
        </p:nvSpPr>
        <p:spPr>
          <a:xfrm>
            <a:off x="6438900" y="5600700"/>
            <a:ext cx="76200" cy="85725"/>
          </a:xfrm>
          <a:prstGeom prst="line">
            <a:avLst/>
          </a:prstGeom>
          <a:noFill/>
          <a:ln w="11430">
            <a:solidFill>
              <a:srgbClr val="2D8C57"/>
            </a:solidFill>
            <a:prstDash val="solid"/>
          </a:ln>
        </p:spPr>
      </p:sp>
      <p:sp>
        <p:nvSpPr>
          <p:cNvPr id="246" name="step10to16-dash-trace-2">
            <a:extLst>
              <a:ext uri="{FF2B5EF4-FFF2-40B4-BE49-F238E27FC236}">
                <a16:creationId xmlns:a16="http://schemas.microsoft.com/office/drawing/2014/main" id="{B02FD5D3-F1FC-4041-AAD3-6F6A79F1BE6F}"/>
              </a:ext>
            </a:extLst>
          </p:cNvPr>
          <p:cNvSpPr>
            <a:spLocks noGrp="1"/>
          </p:cNvSpPr>
          <p:nvPr/>
        </p:nvSpPr>
        <p:spPr>
          <a:xfrm flipV="1">
            <a:off x="6515100" y="5562600"/>
            <a:ext cx="133350" cy="123825"/>
          </a:xfrm>
          <a:prstGeom prst="line">
            <a:avLst/>
          </a:prstGeom>
          <a:noFill/>
          <a:ln w="11430">
            <a:solidFill>
              <a:srgbClr val="2D8C57"/>
            </a:solidFill>
            <a:prstDash val="solid"/>
          </a:ln>
        </p:spPr>
      </p:sp>
      <p:sp>
        <p:nvSpPr>
          <p:cNvPr id="247" name="step10to16-dash-trace-3">
            <a:extLst>
              <a:ext uri="{FF2B5EF4-FFF2-40B4-BE49-F238E27FC236}">
                <a16:creationId xmlns:a16="http://schemas.microsoft.com/office/drawing/2014/main" id="{FB0AA591-E5C6-4DF1-A747-80E4B079F99F}"/>
              </a:ext>
            </a:extLst>
          </p:cNvPr>
          <p:cNvSpPr>
            <a:spLocks noGrp="1"/>
          </p:cNvSpPr>
          <p:nvPr/>
        </p:nvSpPr>
        <p:spPr>
          <a:xfrm>
            <a:off x="6648450" y="5562600"/>
            <a:ext cx="152400" cy="76200"/>
          </a:xfrm>
          <a:prstGeom prst="line">
            <a:avLst/>
          </a:prstGeom>
          <a:noFill/>
          <a:ln w="11430">
            <a:solidFill>
              <a:srgbClr val="2D8C57"/>
            </a:solidFill>
            <a:prstDash val="solid"/>
          </a:ln>
        </p:spPr>
      </p:sp>
      <p:sp>
        <p:nvSpPr>
          <p:cNvPr id="248" name="step10to16-dash-1">
            <a:extLst>
              <a:ext uri="{FF2B5EF4-FFF2-40B4-BE49-F238E27FC236}">
                <a16:creationId xmlns:a16="http://schemas.microsoft.com/office/drawing/2014/main" id="{983C5DA0-B9D9-4C24-8296-E924052A0D47}"/>
              </a:ext>
            </a:extLst>
          </p:cNvPr>
          <p:cNvSpPr>
            <a:spLocks noGrp="1"/>
          </p:cNvSpPr>
          <p:nvPr/>
        </p:nvSpPr>
        <p:spPr>
          <a:xfrm>
            <a:off x="6991350" y="5486400"/>
            <a:ext cx="638175" cy="314325"/>
          </a:xfrm>
          <a:prstGeom prst="rect">
            <a:avLst/>
          </a:prstGeom>
          <a:solidFill>
            <a:srgbClr val="FAFCFB"/>
          </a:solidFill>
          <a:ln w="9525">
            <a:solidFill>
              <a:srgbClr val="A7D9B7"/>
            </a:solidFill>
            <a:prstDash val="solid"/>
          </a:ln>
        </p:spPr>
      </p:sp>
      <p:sp>
        <p:nvSpPr>
          <p:cNvPr id="249" name="step10to16-dash-label-1">
            <a:extLst>
              <a:ext uri="{FF2B5EF4-FFF2-40B4-BE49-F238E27FC236}">
                <a16:creationId xmlns:a16="http://schemas.microsoft.com/office/drawing/2014/main" id="{562F3F72-F3E4-454C-92C1-F7812276E95B}"/>
              </a:ext>
            </a:extLst>
          </p:cNvPr>
          <p:cNvSpPr>
            <a:spLocks noGrp="1"/>
          </p:cNvSpPr>
          <p:nvPr/>
        </p:nvSpPr>
        <p:spPr>
          <a:xfrm>
            <a:off x="7010400" y="5695950"/>
            <a:ext cx="600075" cy="85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435" b="0">
                <a:solidFill>
                  <a:srgbClr val="5E6B76"/>
                </a:solidFill>
                <a:latin typeface="Arial"/>
                <a:ea typeface="Arial"/>
                <a:cs typeface="Arial"/>
              </a:defRPr>
            </a:pPr>
            <a:r>
              <a:rPr sz="435" b="0">
                <a:solidFill>
                  <a:srgbClr val="5E6B76"/>
                </a:solidFill>
                <a:latin typeface="Arial"/>
                <a:ea typeface="Arial"/>
                <a:cs typeface="Arial"/>
              </a:rPr>
              <a:t>feature table</a:t>
            </a:r>
          </a:p>
        </p:txBody>
      </p:sp>
      <p:sp>
        <p:nvSpPr>
          <p:cNvPr id="250" name="step10to16-table-r-0">
            <a:extLst>
              <a:ext uri="{FF2B5EF4-FFF2-40B4-BE49-F238E27FC236}">
                <a16:creationId xmlns:a16="http://schemas.microsoft.com/office/drawing/2014/main" id="{53B02FA1-447B-48AA-B815-11B6D9051AAB}"/>
              </a:ext>
            </a:extLst>
          </p:cNvPr>
          <p:cNvSpPr>
            <a:spLocks noGrp="1"/>
          </p:cNvSpPr>
          <p:nvPr/>
        </p:nvSpPr>
        <p:spPr>
          <a:xfrm>
            <a:off x="7048500" y="5553075"/>
            <a:ext cx="495300" cy="953"/>
          </a:xfrm>
          <a:prstGeom prst="line">
            <a:avLst/>
          </a:prstGeom>
          <a:noFill/>
          <a:ln w="6668">
            <a:solidFill>
              <a:srgbClr val="D6DEE5"/>
            </a:solidFill>
            <a:prstDash val="solid"/>
          </a:ln>
        </p:spPr>
      </p:sp>
      <p:sp>
        <p:nvSpPr>
          <p:cNvPr id="251" name="step10to16-table-r-1">
            <a:extLst>
              <a:ext uri="{FF2B5EF4-FFF2-40B4-BE49-F238E27FC236}">
                <a16:creationId xmlns:a16="http://schemas.microsoft.com/office/drawing/2014/main" id="{8E9C53E7-1EF3-43ED-A3D8-322AD0978981}"/>
              </a:ext>
            </a:extLst>
          </p:cNvPr>
          <p:cNvSpPr>
            <a:spLocks noGrp="1"/>
          </p:cNvSpPr>
          <p:nvPr/>
        </p:nvSpPr>
        <p:spPr>
          <a:xfrm>
            <a:off x="7048500" y="5610225"/>
            <a:ext cx="495300" cy="953"/>
          </a:xfrm>
          <a:prstGeom prst="line">
            <a:avLst/>
          </a:prstGeom>
          <a:noFill/>
          <a:ln w="6668">
            <a:solidFill>
              <a:srgbClr val="D6DEE5"/>
            </a:solidFill>
            <a:prstDash val="solid"/>
          </a:ln>
        </p:spPr>
      </p:sp>
      <p:sp>
        <p:nvSpPr>
          <p:cNvPr id="252" name="step10to16-table-r-2">
            <a:extLst>
              <a:ext uri="{FF2B5EF4-FFF2-40B4-BE49-F238E27FC236}">
                <a16:creationId xmlns:a16="http://schemas.microsoft.com/office/drawing/2014/main" id="{E1C239A6-7D8A-400C-94A4-B6AA9A536324}"/>
              </a:ext>
            </a:extLst>
          </p:cNvPr>
          <p:cNvSpPr>
            <a:spLocks noGrp="1"/>
          </p:cNvSpPr>
          <p:nvPr/>
        </p:nvSpPr>
        <p:spPr>
          <a:xfrm>
            <a:off x="7048500" y="5667375"/>
            <a:ext cx="495300" cy="953"/>
          </a:xfrm>
          <a:prstGeom prst="line">
            <a:avLst/>
          </a:prstGeom>
          <a:noFill/>
          <a:ln w="6668">
            <a:solidFill>
              <a:srgbClr val="D6DEE5"/>
            </a:solidFill>
            <a:prstDash val="solid"/>
          </a:ln>
        </p:spPr>
      </p:sp>
      <p:sp>
        <p:nvSpPr>
          <p:cNvPr id="253" name="step10to16-table-c-0">
            <a:extLst>
              <a:ext uri="{FF2B5EF4-FFF2-40B4-BE49-F238E27FC236}">
                <a16:creationId xmlns:a16="http://schemas.microsoft.com/office/drawing/2014/main" id="{6D69CAD4-BDBA-4447-AA7B-FC722A4E0B97}"/>
              </a:ext>
            </a:extLst>
          </p:cNvPr>
          <p:cNvSpPr>
            <a:spLocks noGrp="1"/>
          </p:cNvSpPr>
          <p:nvPr/>
        </p:nvSpPr>
        <p:spPr>
          <a:xfrm>
            <a:off x="7067550" y="5534025"/>
            <a:ext cx="953" cy="171450"/>
          </a:xfrm>
          <a:prstGeom prst="line">
            <a:avLst/>
          </a:prstGeom>
          <a:noFill/>
          <a:ln w="6668">
            <a:solidFill>
              <a:srgbClr val="D6DEE5"/>
            </a:solidFill>
            <a:prstDash val="solid"/>
          </a:ln>
        </p:spPr>
      </p:sp>
      <p:sp>
        <p:nvSpPr>
          <p:cNvPr id="254" name="step10to16-table-c-1">
            <a:extLst>
              <a:ext uri="{FF2B5EF4-FFF2-40B4-BE49-F238E27FC236}">
                <a16:creationId xmlns:a16="http://schemas.microsoft.com/office/drawing/2014/main" id="{6CA85230-22E7-4FA9-84D4-059E48BC9EB6}"/>
              </a:ext>
            </a:extLst>
          </p:cNvPr>
          <p:cNvSpPr>
            <a:spLocks noGrp="1"/>
          </p:cNvSpPr>
          <p:nvPr/>
        </p:nvSpPr>
        <p:spPr>
          <a:xfrm>
            <a:off x="7219950" y="5534025"/>
            <a:ext cx="953" cy="171450"/>
          </a:xfrm>
          <a:prstGeom prst="line">
            <a:avLst/>
          </a:prstGeom>
          <a:noFill/>
          <a:ln w="6668">
            <a:solidFill>
              <a:srgbClr val="D6DEE5"/>
            </a:solidFill>
            <a:prstDash val="solid"/>
          </a:ln>
        </p:spPr>
      </p:sp>
      <p:sp>
        <p:nvSpPr>
          <p:cNvPr id="255" name="step10to16-table-c-2">
            <a:extLst>
              <a:ext uri="{FF2B5EF4-FFF2-40B4-BE49-F238E27FC236}">
                <a16:creationId xmlns:a16="http://schemas.microsoft.com/office/drawing/2014/main" id="{0B6C3521-51A1-4D8C-A3D9-8C45385CA5C2}"/>
              </a:ext>
            </a:extLst>
          </p:cNvPr>
          <p:cNvSpPr>
            <a:spLocks noGrp="1"/>
          </p:cNvSpPr>
          <p:nvPr/>
        </p:nvSpPr>
        <p:spPr>
          <a:xfrm>
            <a:off x="7372350" y="5534025"/>
            <a:ext cx="953" cy="171450"/>
          </a:xfrm>
          <a:prstGeom prst="line">
            <a:avLst/>
          </a:prstGeom>
          <a:noFill/>
          <a:ln w="6668">
            <a:solidFill>
              <a:srgbClr val="D6DEE5"/>
            </a:solidFill>
            <a:prstDash val="solid"/>
          </a:ln>
        </p:spPr>
      </p:sp>
      <p:sp>
        <p:nvSpPr>
          <p:cNvPr id="256" name="step10to16-dash-2">
            <a:extLst>
              <a:ext uri="{FF2B5EF4-FFF2-40B4-BE49-F238E27FC236}">
                <a16:creationId xmlns:a16="http://schemas.microsoft.com/office/drawing/2014/main" id="{42DA53B4-0510-4CEF-B8F8-6BB320B55941}"/>
              </a:ext>
            </a:extLst>
          </p:cNvPr>
          <p:cNvSpPr>
            <a:spLocks noGrp="1"/>
          </p:cNvSpPr>
          <p:nvPr/>
        </p:nvSpPr>
        <p:spPr>
          <a:xfrm>
            <a:off x="7696200" y="5486400"/>
            <a:ext cx="638175" cy="314325"/>
          </a:xfrm>
          <a:prstGeom prst="rect">
            <a:avLst/>
          </a:prstGeom>
          <a:solidFill>
            <a:srgbClr val="FAFCFB"/>
          </a:solidFill>
          <a:ln w="9525">
            <a:solidFill>
              <a:srgbClr val="A7D9B7"/>
            </a:solidFill>
            <a:prstDash val="solid"/>
          </a:ln>
        </p:spPr>
      </p:sp>
      <p:sp>
        <p:nvSpPr>
          <p:cNvPr id="257" name="step10to16-dash-label-2">
            <a:extLst>
              <a:ext uri="{FF2B5EF4-FFF2-40B4-BE49-F238E27FC236}">
                <a16:creationId xmlns:a16="http://schemas.microsoft.com/office/drawing/2014/main" id="{207A698D-0F8E-4775-B1BB-31791C600BEE}"/>
              </a:ext>
            </a:extLst>
          </p:cNvPr>
          <p:cNvSpPr>
            <a:spLocks noGrp="1"/>
          </p:cNvSpPr>
          <p:nvPr/>
        </p:nvSpPr>
        <p:spPr>
          <a:xfrm>
            <a:off x="7715250" y="5695950"/>
            <a:ext cx="600075" cy="85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435" b="0">
                <a:solidFill>
                  <a:srgbClr val="5E6B76"/>
                </a:solidFill>
                <a:latin typeface="Arial"/>
                <a:ea typeface="Arial"/>
                <a:cs typeface="Arial"/>
              </a:defRPr>
            </a:pPr>
            <a:r>
              <a:rPr sz="435" b="0">
                <a:solidFill>
                  <a:srgbClr val="5E6B76"/>
                </a:solidFill>
                <a:latin typeface="Arial"/>
                <a:ea typeface="Arial"/>
                <a:cs typeface="Arial"/>
              </a:rPr>
              <a:t>similarity</a:t>
            </a:r>
          </a:p>
        </p:txBody>
      </p:sp>
      <p:sp>
        <p:nvSpPr>
          <p:cNvPr id="258" name="step10to16-matrix-0-0">
            <a:extLst>
              <a:ext uri="{FF2B5EF4-FFF2-40B4-BE49-F238E27FC236}">
                <a16:creationId xmlns:a16="http://schemas.microsoft.com/office/drawing/2014/main" id="{4843DC76-F2EC-4DFB-80B2-D37CFF3A581B}"/>
              </a:ext>
            </a:extLst>
          </p:cNvPr>
          <p:cNvSpPr>
            <a:spLocks noGrp="1"/>
          </p:cNvSpPr>
          <p:nvPr/>
        </p:nvSpPr>
        <p:spPr>
          <a:xfrm>
            <a:off x="7781925" y="5543550"/>
            <a:ext cx="85725" cy="47625"/>
          </a:xfrm>
          <a:prstGeom prst="rect">
            <a:avLst/>
          </a:prstGeom>
          <a:solidFill>
            <a:srgbClr val="E8F5ED"/>
          </a:solidFill>
          <a:ln w="0">
            <a:noFill/>
            <a:prstDash val="solid"/>
          </a:ln>
        </p:spPr>
      </p:sp>
      <p:sp>
        <p:nvSpPr>
          <p:cNvPr id="259" name="step10to16-matrix-0-1">
            <a:extLst>
              <a:ext uri="{FF2B5EF4-FFF2-40B4-BE49-F238E27FC236}">
                <a16:creationId xmlns:a16="http://schemas.microsoft.com/office/drawing/2014/main" id="{DE836159-6F85-4E7C-A9E8-C149B6D4E2DE}"/>
              </a:ext>
            </a:extLst>
          </p:cNvPr>
          <p:cNvSpPr>
            <a:spLocks noGrp="1"/>
          </p:cNvSpPr>
          <p:nvPr/>
        </p:nvSpPr>
        <p:spPr>
          <a:xfrm>
            <a:off x="7877175" y="5543550"/>
            <a:ext cx="85725" cy="47625"/>
          </a:xfrm>
          <a:prstGeom prst="rect">
            <a:avLst/>
          </a:prstGeom>
          <a:solidFill>
            <a:srgbClr val="BEE5CA"/>
          </a:solidFill>
          <a:ln w="0">
            <a:noFill/>
            <a:prstDash val="solid"/>
          </a:ln>
        </p:spPr>
      </p:sp>
      <p:sp>
        <p:nvSpPr>
          <p:cNvPr id="260" name="step10to16-matrix-0-2">
            <a:extLst>
              <a:ext uri="{FF2B5EF4-FFF2-40B4-BE49-F238E27FC236}">
                <a16:creationId xmlns:a16="http://schemas.microsoft.com/office/drawing/2014/main" id="{363F7C36-435D-44F6-BF0F-2FD306D947FD}"/>
              </a:ext>
            </a:extLst>
          </p:cNvPr>
          <p:cNvSpPr>
            <a:spLocks noGrp="1"/>
          </p:cNvSpPr>
          <p:nvPr/>
        </p:nvSpPr>
        <p:spPr>
          <a:xfrm>
            <a:off x="7972425" y="5543550"/>
            <a:ext cx="85725" cy="47625"/>
          </a:xfrm>
          <a:prstGeom prst="rect">
            <a:avLst/>
          </a:prstGeom>
          <a:solidFill>
            <a:srgbClr val="80C99B"/>
          </a:solidFill>
          <a:ln w="0">
            <a:noFill/>
            <a:prstDash val="solid"/>
          </a:ln>
        </p:spPr>
      </p:sp>
      <p:sp>
        <p:nvSpPr>
          <p:cNvPr id="261" name="step10to16-matrix-0-3">
            <a:extLst>
              <a:ext uri="{FF2B5EF4-FFF2-40B4-BE49-F238E27FC236}">
                <a16:creationId xmlns:a16="http://schemas.microsoft.com/office/drawing/2014/main" id="{0C41B061-1C83-425E-9AC9-DF7F6AF06FAB}"/>
              </a:ext>
            </a:extLst>
          </p:cNvPr>
          <p:cNvSpPr>
            <a:spLocks noGrp="1"/>
          </p:cNvSpPr>
          <p:nvPr/>
        </p:nvSpPr>
        <p:spPr>
          <a:xfrm>
            <a:off x="8067675" y="5543550"/>
            <a:ext cx="85725" cy="47625"/>
          </a:xfrm>
          <a:prstGeom prst="rect">
            <a:avLst/>
          </a:prstGeom>
          <a:solidFill>
            <a:srgbClr val="3E9D68"/>
          </a:solidFill>
          <a:ln w="0">
            <a:noFill/>
            <a:prstDash val="solid"/>
          </a:ln>
        </p:spPr>
      </p:sp>
      <p:sp>
        <p:nvSpPr>
          <p:cNvPr id="262" name="step10to16-matrix-1-0">
            <a:extLst>
              <a:ext uri="{FF2B5EF4-FFF2-40B4-BE49-F238E27FC236}">
                <a16:creationId xmlns:a16="http://schemas.microsoft.com/office/drawing/2014/main" id="{2B9AC253-A821-4304-9439-441618EC4473}"/>
              </a:ext>
            </a:extLst>
          </p:cNvPr>
          <p:cNvSpPr>
            <a:spLocks noGrp="1"/>
          </p:cNvSpPr>
          <p:nvPr/>
        </p:nvSpPr>
        <p:spPr>
          <a:xfrm>
            <a:off x="7781925" y="5600700"/>
            <a:ext cx="85725" cy="47625"/>
          </a:xfrm>
          <a:prstGeom prst="rect">
            <a:avLst/>
          </a:prstGeom>
          <a:solidFill>
            <a:srgbClr val="BEE5CA"/>
          </a:solidFill>
          <a:ln w="0">
            <a:noFill/>
            <a:prstDash val="solid"/>
          </a:ln>
        </p:spPr>
      </p:sp>
      <p:sp>
        <p:nvSpPr>
          <p:cNvPr id="263" name="step10to16-matrix-1-1">
            <a:extLst>
              <a:ext uri="{FF2B5EF4-FFF2-40B4-BE49-F238E27FC236}">
                <a16:creationId xmlns:a16="http://schemas.microsoft.com/office/drawing/2014/main" id="{FAC755E4-03B6-4D0A-84BF-A0B64F2ECC87}"/>
              </a:ext>
            </a:extLst>
          </p:cNvPr>
          <p:cNvSpPr>
            <a:spLocks noGrp="1"/>
          </p:cNvSpPr>
          <p:nvPr/>
        </p:nvSpPr>
        <p:spPr>
          <a:xfrm>
            <a:off x="7877175" y="5600700"/>
            <a:ext cx="85725" cy="47625"/>
          </a:xfrm>
          <a:prstGeom prst="rect">
            <a:avLst/>
          </a:prstGeom>
          <a:solidFill>
            <a:srgbClr val="80C99B"/>
          </a:solidFill>
          <a:ln w="0">
            <a:noFill/>
            <a:prstDash val="solid"/>
          </a:ln>
        </p:spPr>
      </p:sp>
      <p:sp>
        <p:nvSpPr>
          <p:cNvPr id="264" name="step10to16-matrix-1-2">
            <a:extLst>
              <a:ext uri="{FF2B5EF4-FFF2-40B4-BE49-F238E27FC236}">
                <a16:creationId xmlns:a16="http://schemas.microsoft.com/office/drawing/2014/main" id="{AC42D148-8235-4297-AA21-E30317A939AD}"/>
              </a:ext>
            </a:extLst>
          </p:cNvPr>
          <p:cNvSpPr>
            <a:spLocks noGrp="1"/>
          </p:cNvSpPr>
          <p:nvPr/>
        </p:nvSpPr>
        <p:spPr>
          <a:xfrm>
            <a:off x="7972425" y="5600700"/>
            <a:ext cx="85725" cy="47625"/>
          </a:xfrm>
          <a:prstGeom prst="rect">
            <a:avLst/>
          </a:prstGeom>
          <a:solidFill>
            <a:srgbClr val="3E9D68"/>
          </a:solidFill>
          <a:ln w="0">
            <a:noFill/>
            <a:prstDash val="solid"/>
          </a:ln>
        </p:spPr>
      </p:sp>
      <p:sp>
        <p:nvSpPr>
          <p:cNvPr id="265" name="step10to16-matrix-1-3">
            <a:extLst>
              <a:ext uri="{FF2B5EF4-FFF2-40B4-BE49-F238E27FC236}">
                <a16:creationId xmlns:a16="http://schemas.microsoft.com/office/drawing/2014/main" id="{6FAC203C-ED7E-474C-A26F-6B12C9F065DC}"/>
              </a:ext>
            </a:extLst>
          </p:cNvPr>
          <p:cNvSpPr>
            <a:spLocks noGrp="1"/>
          </p:cNvSpPr>
          <p:nvPr/>
        </p:nvSpPr>
        <p:spPr>
          <a:xfrm>
            <a:off x="8067675" y="5600700"/>
            <a:ext cx="85725" cy="47625"/>
          </a:xfrm>
          <a:prstGeom prst="rect">
            <a:avLst/>
          </a:prstGeom>
          <a:solidFill>
            <a:srgbClr val="E8F5ED"/>
          </a:solidFill>
          <a:ln w="0">
            <a:noFill/>
            <a:prstDash val="solid"/>
          </a:ln>
        </p:spPr>
      </p:sp>
      <p:sp>
        <p:nvSpPr>
          <p:cNvPr id="266" name="step10to16-matrix-2-0">
            <a:extLst>
              <a:ext uri="{FF2B5EF4-FFF2-40B4-BE49-F238E27FC236}">
                <a16:creationId xmlns:a16="http://schemas.microsoft.com/office/drawing/2014/main" id="{E5A9E568-5C51-432A-9BA4-8F925099B1A4}"/>
              </a:ext>
            </a:extLst>
          </p:cNvPr>
          <p:cNvSpPr>
            <a:spLocks noGrp="1"/>
          </p:cNvSpPr>
          <p:nvPr/>
        </p:nvSpPr>
        <p:spPr>
          <a:xfrm>
            <a:off x="7781925" y="5657850"/>
            <a:ext cx="85725" cy="47625"/>
          </a:xfrm>
          <a:prstGeom prst="rect">
            <a:avLst/>
          </a:prstGeom>
          <a:solidFill>
            <a:srgbClr val="80C99B"/>
          </a:solidFill>
          <a:ln w="0">
            <a:noFill/>
            <a:prstDash val="solid"/>
          </a:ln>
        </p:spPr>
      </p:sp>
      <p:sp>
        <p:nvSpPr>
          <p:cNvPr id="267" name="step10to16-matrix-2-1">
            <a:extLst>
              <a:ext uri="{FF2B5EF4-FFF2-40B4-BE49-F238E27FC236}">
                <a16:creationId xmlns:a16="http://schemas.microsoft.com/office/drawing/2014/main" id="{52C38802-20A8-49DB-BAF2-143820B60B13}"/>
              </a:ext>
            </a:extLst>
          </p:cNvPr>
          <p:cNvSpPr>
            <a:spLocks noGrp="1"/>
          </p:cNvSpPr>
          <p:nvPr/>
        </p:nvSpPr>
        <p:spPr>
          <a:xfrm>
            <a:off x="7877175" y="5657850"/>
            <a:ext cx="85725" cy="47625"/>
          </a:xfrm>
          <a:prstGeom prst="rect">
            <a:avLst/>
          </a:prstGeom>
          <a:solidFill>
            <a:srgbClr val="3E9D68"/>
          </a:solidFill>
          <a:ln w="0">
            <a:noFill/>
            <a:prstDash val="solid"/>
          </a:ln>
        </p:spPr>
      </p:sp>
      <p:sp>
        <p:nvSpPr>
          <p:cNvPr id="268" name="step10to16-matrix-2-2">
            <a:extLst>
              <a:ext uri="{FF2B5EF4-FFF2-40B4-BE49-F238E27FC236}">
                <a16:creationId xmlns:a16="http://schemas.microsoft.com/office/drawing/2014/main" id="{3E1B0B22-32CB-46AF-8CD6-3FFBB6EF4EA1}"/>
              </a:ext>
            </a:extLst>
          </p:cNvPr>
          <p:cNvSpPr>
            <a:spLocks noGrp="1"/>
          </p:cNvSpPr>
          <p:nvPr/>
        </p:nvSpPr>
        <p:spPr>
          <a:xfrm>
            <a:off x="7972425" y="5657850"/>
            <a:ext cx="85725" cy="47625"/>
          </a:xfrm>
          <a:prstGeom prst="rect">
            <a:avLst/>
          </a:prstGeom>
          <a:solidFill>
            <a:srgbClr val="E8F5ED"/>
          </a:solidFill>
          <a:ln w="0">
            <a:noFill/>
            <a:prstDash val="solid"/>
          </a:ln>
        </p:spPr>
      </p:sp>
      <p:sp>
        <p:nvSpPr>
          <p:cNvPr id="269" name="step10to16-matrix-2-3">
            <a:extLst>
              <a:ext uri="{FF2B5EF4-FFF2-40B4-BE49-F238E27FC236}">
                <a16:creationId xmlns:a16="http://schemas.microsoft.com/office/drawing/2014/main" id="{45C4D325-8B35-4346-AC9D-CBD5098589D1}"/>
              </a:ext>
            </a:extLst>
          </p:cNvPr>
          <p:cNvSpPr>
            <a:spLocks noGrp="1"/>
          </p:cNvSpPr>
          <p:nvPr/>
        </p:nvSpPr>
        <p:spPr>
          <a:xfrm>
            <a:off x="8067675" y="5657850"/>
            <a:ext cx="85725" cy="47625"/>
          </a:xfrm>
          <a:prstGeom prst="rect">
            <a:avLst/>
          </a:prstGeom>
          <a:solidFill>
            <a:srgbClr val="BEE5CA"/>
          </a:solidFill>
          <a:ln w="0">
            <a:noFill/>
            <a:prstDash val="solid"/>
          </a:ln>
        </p:spPr>
      </p:sp>
      <p:sp>
        <p:nvSpPr>
          <p:cNvPr id="270" name="step10to16-dash-3">
            <a:extLst>
              <a:ext uri="{FF2B5EF4-FFF2-40B4-BE49-F238E27FC236}">
                <a16:creationId xmlns:a16="http://schemas.microsoft.com/office/drawing/2014/main" id="{360625E2-55F7-4424-930E-35CBDF32A5F9}"/>
              </a:ext>
            </a:extLst>
          </p:cNvPr>
          <p:cNvSpPr>
            <a:spLocks noGrp="1"/>
          </p:cNvSpPr>
          <p:nvPr/>
        </p:nvSpPr>
        <p:spPr>
          <a:xfrm>
            <a:off x="6286500" y="5886450"/>
            <a:ext cx="638175" cy="314325"/>
          </a:xfrm>
          <a:prstGeom prst="rect">
            <a:avLst/>
          </a:prstGeom>
          <a:solidFill>
            <a:srgbClr val="FAFCFB"/>
          </a:solidFill>
          <a:ln w="9525">
            <a:solidFill>
              <a:srgbClr val="A7D9B7"/>
            </a:solidFill>
            <a:prstDash val="solid"/>
          </a:ln>
        </p:spPr>
      </p:sp>
      <p:sp>
        <p:nvSpPr>
          <p:cNvPr id="271" name="step10to16-dash-label-3">
            <a:extLst>
              <a:ext uri="{FF2B5EF4-FFF2-40B4-BE49-F238E27FC236}">
                <a16:creationId xmlns:a16="http://schemas.microsoft.com/office/drawing/2014/main" id="{06ECBB92-7B6D-4161-B479-FF81A57A3288}"/>
              </a:ext>
            </a:extLst>
          </p:cNvPr>
          <p:cNvSpPr>
            <a:spLocks noGrp="1"/>
          </p:cNvSpPr>
          <p:nvPr/>
        </p:nvSpPr>
        <p:spPr>
          <a:xfrm>
            <a:off x="6305550" y="6096000"/>
            <a:ext cx="600075" cy="85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435" b="0">
                <a:solidFill>
                  <a:srgbClr val="5E6B76"/>
                </a:solidFill>
                <a:latin typeface="Arial"/>
                <a:ea typeface="Arial"/>
                <a:cs typeface="Arial"/>
              </a:defRPr>
            </a:pPr>
            <a:r>
              <a:rPr sz="435" b="0">
                <a:solidFill>
                  <a:srgbClr val="5E6B76"/>
                </a:solidFill>
                <a:latin typeface="Arial"/>
                <a:ea typeface="Arial"/>
                <a:cs typeface="Arial"/>
              </a:rPr>
              <a:t>hier. tree</a:t>
            </a:r>
          </a:p>
        </p:txBody>
      </p:sp>
      <p:sp>
        <p:nvSpPr>
          <p:cNvPr id="272" name="step10to16-tree-a">
            <a:extLst>
              <a:ext uri="{FF2B5EF4-FFF2-40B4-BE49-F238E27FC236}">
                <a16:creationId xmlns:a16="http://schemas.microsoft.com/office/drawing/2014/main" id="{AFD57C7E-7AA4-4405-8DA1-5A03F9B9B27F}"/>
              </a:ext>
            </a:extLst>
          </p:cNvPr>
          <p:cNvSpPr>
            <a:spLocks noGrp="1"/>
          </p:cNvSpPr>
          <p:nvPr/>
        </p:nvSpPr>
        <p:spPr>
          <a:xfrm flipV="1">
            <a:off x="6400800" y="5953125"/>
            <a:ext cx="953" cy="152400"/>
          </a:xfrm>
          <a:prstGeom prst="line">
            <a:avLst/>
          </a:prstGeom>
          <a:noFill/>
          <a:ln w="8573">
            <a:solidFill>
              <a:srgbClr val="17212B"/>
            </a:solidFill>
            <a:prstDash val="solid"/>
          </a:ln>
        </p:spPr>
      </p:sp>
      <p:sp>
        <p:nvSpPr>
          <p:cNvPr id="273" name="step10to16-tree-b">
            <a:extLst>
              <a:ext uri="{FF2B5EF4-FFF2-40B4-BE49-F238E27FC236}">
                <a16:creationId xmlns:a16="http://schemas.microsoft.com/office/drawing/2014/main" id="{9C52B1E8-5348-4D94-BDB5-2679AB000A87}"/>
              </a:ext>
            </a:extLst>
          </p:cNvPr>
          <p:cNvSpPr>
            <a:spLocks noGrp="1"/>
          </p:cNvSpPr>
          <p:nvPr/>
        </p:nvSpPr>
        <p:spPr>
          <a:xfrm>
            <a:off x="6400800" y="5962650"/>
            <a:ext cx="209550" cy="953"/>
          </a:xfrm>
          <a:prstGeom prst="line">
            <a:avLst/>
          </a:prstGeom>
          <a:noFill/>
          <a:ln w="8573">
            <a:solidFill>
              <a:srgbClr val="17212B"/>
            </a:solidFill>
            <a:prstDash val="solid"/>
          </a:ln>
        </p:spPr>
      </p:sp>
      <p:sp>
        <p:nvSpPr>
          <p:cNvPr id="274" name="step10to16-tree-c">
            <a:extLst>
              <a:ext uri="{FF2B5EF4-FFF2-40B4-BE49-F238E27FC236}">
                <a16:creationId xmlns:a16="http://schemas.microsoft.com/office/drawing/2014/main" id="{444B030A-5FB0-41F3-BB5C-5D81D8AF436E}"/>
              </a:ext>
            </a:extLst>
          </p:cNvPr>
          <p:cNvSpPr>
            <a:spLocks noGrp="1"/>
          </p:cNvSpPr>
          <p:nvPr/>
        </p:nvSpPr>
        <p:spPr>
          <a:xfrm>
            <a:off x="6610350" y="5962650"/>
            <a:ext cx="953" cy="85725"/>
          </a:xfrm>
          <a:prstGeom prst="line">
            <a:avLst/>
          </a:prstGeom>
          <a:noFill/>
          <a:ln w="8573">
            <a:solidFill>
              <a:srgbClr val="17212B"/>
            </a:solidFill>
            <a:prstDash val="solid"/>
          </a:ln>
        </p:spPr>
      </p:sp>
      <p:sp>
        <p:nvSpPr>
          <p:cNvPr id="275" name="step10to16-tree-d">
            <a:extLst>
              <a:ext uri="{FF2B5EF4-FFF2-40B4-BE49-F238E27FC236}">
                <a16:creationId xmlns:a16="http://schemas.microsoft.com/office/drawing/2014/main" id="{F394D2DB-8D91-48B5-83E0-CDA5D3620465}"/>
              </a:ext>
            </a:extLst>
          </p:cNvPr>
          <p:cNvSpPr>
            <a:spLocks noGrp="1"/>
          </p:cNvSpPr>
          <p:nvPr/>
        </p:nvSpPr>
        <p:spPr>
          <a:xfrm>
            <a:off x="6610350" y="6048375"/>
            <a:ext cx="190500" cy="953"/>
          </a:xfrm>
          <a:prstGeom prst="line">
            <a:avLst/>
          </a:prstGeom>
          <a:noFill/>
          <a:ln w="8573">
            <a:solidFill>
              <a:srgbClr val="17212B"/>
            </a:solidFill>
            <a:prstDash val="solid"/>
          </a:ln>
        </p:spPr>
      </p:sp>
      <p:sp>
        <p:nvSpPr>
          <p:cNvPr id="276" name="step10to16-dash-4">
            <a:extLst>
              <a:ext uri="{FF2B5EF4-FFF2-40B4-BE49-F238E27FC236}">
                <a16:creationId xmlns:a16="http://schemas.microsoft.com/office/drawing/2014/main" id="{F63C865B-9A30-4A3C-9DF8-9A033A6F072E}"/>
              </a:ext>
            </a:extLst>
          </p:cNvPr>
          <p:cNvSpPr>
            <a:spLocks noGrp="1"/>
          </p:cNvSpPr>
          <p:nvPr/>
        </p:nvSpPr>
        <p:spPr>
          <a:xfrm>
            <a:off x="6991350" y="5886450"/>
            <a:ext cx="638175" cy="314325"/>
          </a:xfrm>
          <a:prstGeom prst="rect">
            <a:avLst/>
          </a:prstGeom>
          <a:solidFill>
            <a:srgbClr val="FAFCFB"/>
          </a:solidFill>
          <a:ln w="9525">
            <a:solidFill>
              <a:srgbClr val="A7D9B7"/>
            </a:solidFill>
            <a:prstDash val="solid"/>
          </a:ln>
        </p:spPr>
      </p:sp>
      <p:sp>
        <p:nvSpPr>
          <p:cNvPr id="277" name="step10to16-dash-label-4">
            <a:extLst>
              <a:ext uri="{FF2B5EF4-FFF2-40B4-BE49-F238E27FC236}">
                <a16:creationId xmlns:a16="http://schemas.microsoft.com/office/drawing/2014/main" id="{DDA47E69-F93D-4974-958D-1C0338EB5694}"/>
              </a:ext>
            </a:extLst>
          </p:cNvPr>
          <p:cNvSpPr>
            <a:spLocks noGrp="1"/>
          </p:cNvSpPr>
          <p:nvPr/>
        </p:nvSpPr>
        <p:spPr>
          <a:xfrm>
            <a:off x="7010400" y="6096000"/>
            <a:ext cx="600075" cy="85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435" b="0">
                <a:solidFill>
                  <a:srgbClr val="5E6B76"/>
                </a:solidFill>
                <a:latin typeface="Arial"/>
                <a:ea typeface="Arial"/>
                <a:cs typeface="Arial"/>
              </a:defRPr>
            </a:pPr>
            <a:r>
              <a:rPr sz="435" b="0">
                <a:solidFill>
                  <a:srgbClr val="5E6B76"/>
                </a:solidFill>
                <a:latin typeface="Arial"/>
                <a:ea typeface="Arial"/>
                <a:cs typeface="Arial"/>
              </a:rPr>
              <a:t>Leiden graph</a:t>
            </a:r>
          </a:p>
        </p:txBody>
      </p:sp>
      <p:sp>
        <p:nvSpPr>
          <p:cNvPr id="278" name="step10to16-graph-0">
            <a:extLst>
              <a:ext uri="{FF2B5EF4-FFF2-40B4-BE49-F238E27FC236}">
                <a16:creationId xmlns:a16="http://schemas.microsoft.com/office/drawing/2014/main" id="{91B3F105-6837-45C5-B0E0-0CD7775017A6}"/>
              </a:ext>
            </a:extLst>
          </p:cNvPr>
          <p:cNvSpPr>
            <a:spLocks noGrp="1"/>
          </p:cNvSpPr>
          <p:nvPr/>
        </p:nvSpPr>
        <p:spPr>
          <a:xfrm>
            <a:off x="7162800" y="5962650"/>
            <a:ext cx="66675" cy="66675"/>
          </a:xfrm>
          <a:prstGeom prst="ellipse">
            <a:avLst/>
          </a:prstGeom>
          <a:solidFill>
            <a:srgbClr val="E9F8EF"/>
          </a:solidFill>
          <a:ln w="9525">
            <a:solidFill>
              <a:srgbClr val="2D8C57"/>
            </a:solidFill>
            <a:prstDash val="solid"/>
          </a:ln>
        </p:spPr>
      </p:sp>
      <p:sp>
        <p:nvSpPr>
          <p:cNvPr id="279" name="step10to16-graph-1">
            <a:extLst>
              <a:ext uri="{FF2B5EF4-FFF2-40B4-BE49-F238E27FC236}">
                <a16:creationId xmlns:a16="http://schemas.microsoft.com/office/drawing/2014/main" id="{2B727CA5-5C84-46BC-BD7A-43FBCCC27AD8}"/>
              </a:ext>
            </a:extLst>
          </p:cNvPr>
          <p:cNvSpPr>
            <a:spLocks noGrp="1"/>
          </p:cNvSpPr>
          <p:nvPr/>
        </p:nvSpPr>
        <p:spPr>
          <a:xfrm>
            <a:off x="7353300" y="5962650"/>
            <a:ext cx="66675" cy="66675"/>
          </a:xfrm>
          <a:prstGeom prst="ellipse">
            <a:avLst/>
          </a:prstGeom>
          <a:solidFill>
            <a:srgbClr val="E9F8EF"/>
          </a:solidFill>
          <a:ln w="9525">
            <a:solidFill>
              <a:srgbClr val="2D8C57"/>
            </a:solidFill>
            <a:prstDash val="solid"/>
          </a:ln>
        </p:spPr>
      </p:sp>
      <p:sp>
        <p:nvSpPr>
          <p:cNvPr id="280" name="step10to16-graph-2">
            <a:extLst>
              <a:ext uri="{FF2B5EF4-FFF2-40B4-BE49-F238E27FC236}">
                <a16:creationId xmlns:a16="http://schemas.microsoft.com/office/drawing/2014/main" id="{2162EC8B-C084-41DC-9EC7-32B9D07EBBCC}"/>
              </a:ext>
            </a:extLst>
          </p:cNvPr>
          <p:cNvSpPr>
            <a:spLocks noGrp="1"/>
          </p:cNvSpPr>
          <p:nvPr/>
        </p:nvSpPr>
        <p:spPr>
          <a:xfrm>
            <a:off x="7467600" y="6048375"/>
            <a:ext cx="66675" cy="66675"/>
          </a:xfrm>
          <a:prstGeom prst="ellipse">
            <a:avLst/>
          </a:prstGeom>
          <a:solidFill>
            <a:srgbClr val="E9F8EF"/>
          </a:solidFill>
          <a:ln w="9525">
            <a:solidFill>
              <a:srgbClr val="2D8C57"/>
            </a:solidFill>
            <a:prstDash val="solid"/>
          </a:ln>
        </p:spPr>
      </p:sp>
      <p:sp>
        <p:nvSpPr>
          <p:cNvPr id="281" name="step10to16-graph-3">
            <a:extLst>
              <a:ext uri="{FF2B5EF4-FFF2-40B4-BE49-F238E27FC236}">
                <a16:creationId xmlns:a16="http://schemas.microsoft.com/office/drawing/2014/main" id="{BB3247ED-2003-4EBD-8513-6A7DE1AE7D57}"/>
              </a:ext>
            </a:extLst>
          </p:cNvPr>
          <p:cNvSpPr>
            <a:spLocks noGrp="1"/>
          </p:cNvSpPr>
          <p:nvPr/>
        </p:nvSpPr>
        <p:spPr>
          <a:xfrm>
            <a:off x="7210425" y="6057900"/>
            <a:ext cx="66675" cy="66675"/>
          </a:xfrm>
          <a:prstGeom prst="ellipse">
            <a:avLst/>
          </a:prstGeom>
          <a:solidFill>
            <a:srgbClr val="E9F8EF"/>
          </a:solidFill>
          <a:ln w="9525">
            <a:solidFill>
              <a:srgbClr val="2D8C57"/>
            </a:solidFill>
            <a:prstDash val="solid"/>
          </a:ln>
        </p:spPr>
      </p:sp>
      <p:sp>
        <p:nvSpPr>
          <p:cNvPr id="282" name="step10to16-graph-e1">
            <a:extLst>
              <a:ext uri="{FF2B5EF4-FFF2-40B4-BE49-F238E27FC236}">
                <a16:creationId xmlns:a16="http://schemas.microsoft.com/office/drawing/2014/main" id="{55A8C144-00E1-4A84-8AAF-0282C2EC16EE}"/>
              </a:ext>
            </a:extLst>
          </p:cNvPr>
          <p:cNvSpPr>
            <a:spLocks noGrp="1"/>
          </p:cNvSpPr>
          <p:nvPr/>
        </p:nvSpPr>
        <p:spPr>
          <a:xfrm>
            <a:off x="7229475" y="6000750"/>
            <a:ext cx="123825" cy="953"/>
          </a:xfrm>
          <a:prstGeom prst="line">
            <a:avLst/>
          </a:prstGeom>
          <a:noFill/>
          <a:ln w="9525">
            <a:solidFill>
              <a:srgbClr val="2D8C57"/>
            </a:solidFill>
            <a:prstDash val="solid"/>
          </a:ln>
        </p:spPr>
      </p:sp>
      <p:sp>
        <p:nvSpPr>
          <p:cNvPr id="283" name="step10to16-graph-e2">
            <a:extLst>
              <a:ext uri="{FF2B5EF4-FFF2-40B4-BE49-F238E27FC236}">
                <a16:creationId xmlns:a16="http://schemas.microsoft.com/office/drawing/2014/main" id="{EB6DF9DB-A5F6-456E-AC8F-B828DB664F55}"/>
              </a:ext>
            </a:extLst>
          </p:cNvPr>
          <p:cNvSpPr>
            <a:spLocks noGrp="1"/>
          </p:cNvSpPr>
          <p:nvPr/>
        </p:nvSpPr>
        <p:spPr>
          <a:xfrm>
            <a:off x="7419975" y="6010275"/>
            <a:ext cx="57150" cy="47625"/>
          </a:xfrm>
          <a:prstGeom prst="line">
            <a:avLst/>
          </a:prstGeom>
          <a:noFill/>
          <a:ln w="9525">
            <a:solidFill>
              <a:srgbClr val="2D8C57"/>
            </a:solidFill>
            <a:prstDash val="solid"/>
          </a:ln>
        </p:spPr>
      </p:sp>
      <p:sp>
        <p:nvSpPr>
          <p:cNvPr id="284" name="step10to16-graph-e3">
            <a:extLst>
              <a:ext uri="{FF2B5EF4-FFF2-40B4-BE49-F238E27FC236}">
                <a16:creationId xmlns:a16="http://schemas.microsoft.com/office/drawing/2014/main" id="{E349F7B8-C363-4051-874D-63FFFEDB08D8}"/>
              </a:ext>
            </a:extLst>
          </p:cNvPr>
          <p:cNvSpPr>
            <a:spLocks noGrp="1"/>
          </p:cNvSpPr>
          <p:nvPr/>
        </p:nvSpPr>
        <p:spPr>
          <a:xfrm>
            <a:off x="7248525" y="6076950"/>
            <a:ext cx="228600" cy="953"/>
          </a:xfrm>
          <a:prstGeom prst="line">
            <a:avLst/>
          </a:prstGeom>
          <a:noFill/>
          <a:ln w="9525">
            <a:solidFill>
              <a:srgbClr val="2D8C57"/>
            </a:solidFill>
            <a:prstDash val="solid"/>
          </a:ln>
        </p:spPr>
      </p:sp>
      <p:sp>
        <p:nvSpPr>
          <p:cNvPr id="285" name="step10to16-dash-5">
            <a:extLst>
              <a:ext uri="{FF2B5EF4-FFF2-40B4-BE49-F238E27FC236}">
                <a16:creationId xmlns:a16="http://schemas.microsoft.com/office/drawing/2014/main" id="{543E8633-CAFA-4D74-BB76-D00DED6F45AC}"/>
              </a:ext>
            </a:extLst>
          </p:cNvPr>
          <p:cNvSpPr>
            <a:spLocks noGrp="1"/>
          </p:cNvSpPr>
          <p:nvPr/>
        </p:nvSpPr>
        <p:spPr>
          <a:xfrm>
            <a:off x="7696200" y="5886450"/>
            <a:ext cx="638175" cy="314325"/>
          </a:xfrm>
          <a:prstGeom prst="rect">
            <a:avLst/>
          </a:prstGeom>
          <a:solidFill>
            <a:srgbClr val="FAFCFB"/>
          </a:solidFill>
          <a:ln w="9525">
            <a:solidFill>
              <a:srgbClr val="A7D9B7"/>
            </a:solidFill>
            <a:prstDash val="solid"/>
          </a:ln>
        </p:spPr>
      </p:sp>
      <p:sp>
        <p:nvSpPr>
          <p:cNvPr id="286" name="step10to16-dash-label-5">
            <a:extLst>
              <a:ext uri="{FF2B5EF4-FFF2-40B4-BE49-F238E27FC236}">
                <a16:creationId xmlns:a16="http://schemas.microsoft.com/office/drawing/2014/main" id="{804B219E-4851-4BB6-9740-FA371593082C}"/>
              </a:ext>
            </a:extLst>
          </p:cNvPr>
          <p:cNvSpPr>
            <a:spLocks noGrp="1"/>
          </p:cNvSpPr>
          <p:nvPr/>
        </p:nvSpPr>
        <p:spPr>
          <a:xfrm>
            <a:off x="7715250" y="6096000"/>
            <a:ext cx="600075" cy="85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435" b="0">
                <a:solidFill>
                  <a:srgbClr val="5E6B76"/>
                </a:solidFill>
                <a:latin typeface="Arial"/>
                <a:ea typeface="Arial"/>
                <a:cs typeface="Arial"/>
              </a:defRPr>
            </a:pPr>
            <a:r>
              <a:rPr sz="435" b="0">
                <a:solidFill>
                  <a:srgbClr val="5E6B76"/>
                </a:solidFill>
                <a:latin typeface="Arial"/>
                <a:ea typeface="Arial"/>
                <a:cs typeface="Arial"/>
              </a:rPr>
              <a:t>PCA/UMAP</a:t>
            </a:r>
          </a:p>
        </p:txBody>
      </p:sp>
      <p:sp>
        <p:nvSpPr>
          <p:cNvPr id="287" name="step10to16-scatter-0">
            <a:extLst>
              <a:ext uri="{FF2B5EF4-FFF2-40B4-BE49-F238E27FC236}">
                <a16:creationId xmlns:a16="http://schemas.microsoft.com/office/drawing/2014/main" id="{4B64FC82-7E09-4FE8-B4A7-445AAD44329F}"/>
              </a:ext>
            </a:extLst>
          </p:cNvPr>
          <p:cNvSpPr>
            <a:spLocks noGrp="1"/>
          </p:cNvSpPr>
          <p:nvPr/>
        </p:nvSpPr>
        <p:spPr>
          <a:xfrm>
            <a:off x="7867650" y="6019800"/>
            <a:ext cx="42863" cy="42863"/>
          </a:xfrm>
          <a:prstGeom prst="ellipse">
            <a:avLst/>
          </a:prstGeom>
          <a:solidFill>
            <a:srgbClr val="2D8C57"/>
          </a:solidFill>
          <a:ln w="0">
            <a:noFill/>
            <a:prstDash val="solid"/>
          </a:ln>
        </p:spPr>
      </p:sp>
      <p:sp>
        <p:nvSpPr>
          <p:cNvPr id="288" name="step10to16-scatter-1">
            <a:extLst>
              <a:ext uri="{FF2B5EF4-FFF2-40B4-BE49-F238E27FC236}">
                <a16:creationId xmlns:a16="http://schemas.microsoft.com/office/drawing/2014/main" id="{E7CA2318-9713-4A3E-8B46-9DE1097826C6}"/>
              </a:ext>
            </a:extLst>
          </p:cNvPr>
          <p:cNvSpPr>
            <a:spLocks noGrp="1"/>
          </p:cNvSpPr>
          <p:nvPr/>
        </p:nvSpPr>
        <p:spPr>
          <a:xfrm>
            <a:off x="7953375" y="5972175"/>
            <a:ext cx="42863" cy="42863"/>
          </a:xfrm>
          <a:prstGeom prst="ellipse">
            <a:avLst/>
          </a:prstGeom>
          <a:solidFill>
            <a:srgbClr val="2E78B7"/>
          </a:solidFill>
          <a:ln w="0">
            <a:noFill/>
            <a:prstDash val="solid"/>
          </a:ln>
        </p:spPr>
      </p:sp>
      <p:sp>
        <p:nvSpPr>
          <p:cNvPr id="289" name="step10to16-scatter-2">
            <a:extLst>
              <a:ext uri="{FF2B5EF4-FFF2-40B4-BE49-F238E27FC236}">
                <a16:creationId xmlns:a16="http://schemas.microsoft.com/office/drawing/2014/main" id="{05D09165-B120-462E-B008-960CB8998DA6}"/>
              </a:ext>
            </a:extLst>
          </p:cNvPr>
          <p:cNvSpPr>
            <a:spLocks noGrp="1"/>
          </p:cNvSpPr>
          <p:nvPr/>
        </p:nvSpPr>
        <p:spPr>
          <a:xfrm>
            <a:off x="8096250" y="6038850"/>
            <a:ext cx="42863" cy="42863"/>
          </a:xfrm>
          <a:prstGeom prst="ellipse">
            <a:avLst/>
          </a:prstGeom>
          <a:solidFill>
            <a:srgbClr val="2D8C57"/>
          </a:solidFill>
          <a:ln w="0">
            <a:noFill/>
            <a:prstDash val="solid"/>
          </a:ln>
        </p:spPr>
      </p:sp>
      <p:sp>
        <p:nvSpPr>
          <p:cNvPr id="290" name="step10to16-scatter-3">
            <a:extLst>
              <a:ext uri="{FF2B5EF4-FFF2-40B4-BE49-F238E27FC236}">
                <a16:creationId xmlns:a16="http://schemas.microsoft.com/office/drawing/2014/main" id="{99D8C8CE-88B8-4F81-8828-1A6FF97C4290}"/>
              </a:ext>
            </a:extLst>
          </p:cNvPr>
          <p:cNvSpPr>
            <a:spLocks noGrp="1"/>
          </p:cNvSpPr>
          <p:nvPr/>
        </p:nvSpPr>
        <p:spPr>
          <a:xfrm>
            <a:off x="8181975" y="5981700"/>
            <a:ext cx="42863" cy="42863"/>
          </a:xfrm>
          <a:prstGeom prst="ellipse">
            <a:avLst/>
          </a:prstGeom>
          <a:solidFill>
            <a:srgbClr val="2E78B7"/>
          </a:solidFill>
          <a:ln w="0">
            <a:noFill/>
            <a:prstDash val="solid"/>
          </a:ln>
        </p:spPr>
      </p:sp>
      <p:sp>
        <p:nvSpPr>
          <p:cNvPr id="291" name="step10to16-scatter-4">
            <a:extLst>
              <a:ext uri="{FF2B5EF4-FFF2-40B4-BE49-F238E27FC236}">
                <a16:creationId xmlns:a16="http://schemas.microsoft.com/office/drawing/2014/main" id="{67DEA96A-66D9-4836-A98C-EBD721293F83}"/>
              </a:ext>
            </a:extLst>
          </p:cNvPr>
          <p:cNvSpPr>
            <a:spLocks noGrp="1"/>
          </p:cNvSpPr>
          <p:nvPr/>
        </p:nvSpPr>
        <p:spPr>
          <a:xfrm>
            <a:off x="8020050" y="6057900"/>
            <a:ext cx="42863" cy="42863"/>
          </a:xfrm>
          <a:prstGeom prst="ellipse">
            <a:avLst/>
          </a:prstGeom>
          <a:solidFill>
            <a:srgbClr val="2D8C57"/>
          </a:solidFill>
          <a:ln w="0">
            <a:noFill/>
            <a:prstDash val="solid"/>
          </a:ln>
        </p:spPr>
      </p:sp>
      <p:sp>
        <p:nvSpPr>
          <p:cNvPr id="292" name="step17-folder-0-tab">
            <a:extLst>
              <a:ext uri="{FF2B5EF4-FFF2-40B4-BE49-F238E27FC236}">
                <a16:creationId xmlns:a16="http://schemas.microsoft.com/office/drawing/2014/main" id="{CB8B4706-BF3E-4B67-9D81-6105736F5317}"/>
              </a:ext>
            </a:extLst>
          </p:cNvPr>
          <p:cNvSpPr>
            <a:spLocks noGrp="1"/>
          </p:cNvSpPr>
          <p:nvPr/>
        </p:nvSpPr>
        <p:spPr>
          <a:xfrm>
            <a:off x="8734425" y="5429250"/>
            <a:ext cx="190500" cy="66675"/>
          </a:xfrm>
          <a:prstGeom prst="rect">
            <a:avLst/>
          </a:prstGeom>
          <a:solidFill>
            <a:srgbClr val="EAF4FF"/>
          </a:solidFill>
          <a:ln w="7620">
            <a:solidFill>
              <a:srgbClr val="2E78B7"/>
            </a:solidFill>
            <a:prstDash val="solid"/>
          </a:ln>
        </p:spPr>
      </p:sp>
      <p:sp>
        <p:nvSpPr>
          <p:cNvPr id="293" name="step17-folder-0">
            <a:extLst>
              <a:ext uri="{FF2B5EF4-FFF2-40B4-BE49-F238E27FC236}">
                <a16:creationId xmlns:a16="http://schemas.microsoft.com/office/drawing/2014/main" id="{AD77CA16-17AB-432F-8665-9A57D63AB62F}"/>
              </a:ext>
            </a:extLst>
          </p:cNvPr>
          <p:cNvSpPr>
            <a:spLocks noGrp="1"/>
          </p:cNvSpPr>
          <p:nvPr/>
        </p:nvSpPr>
        <p:spPr>
          <a:xfrm>
            <a:off x="8715375" y="5495925"/>
            <a:ext cx="371475" cy="209550"/>
          </a:xfrm>
          <a:prstGeom prst="roundRect">
            <a:avLst>
              <a:gd name="adj" fmla="val 13636"/>
            </a:avLst>
          </a:prstGeom>
          <a:solidFill>
            <a:srgbClr val="EAF4FF"/>
          </a:solidFill>
          <a:ln w="7620">
            <a:solidFill>
              <a:srgbClr val="2E78B7"/>
            </a:solidFill>
            <a:prstDash val="solid"/>
          </a:ln>
        </p:spPr>
      </p:sp>
      <p:sp>
        <p:nvSpPr>
          <p:cNvPr id="294" name="step17-folder-1-tab">
            <a:extLst>
              <a:ext uri="{FF2B5EF4-FFF2-40B4-BE49-F238E27FC236}">
                <a16:creationId xmlns:a16="http://schemas.microsoft.com/office/drawing/2014/main" id="{6DA38A72-963A-4BAD-A967-E4EEBB6CA3E9}"/>
              </a:ext>
            </a:extLst>
          </p:cNvPr>
          <p:cNvSpPr>
            <a:spLocks noGrp="1"/>
          </p:cNvSpPr>
          <p:nvPr/>
        </p:nvSpPr>
        <p:spPr>
          <a:xfrm>
            <a:off x="8924925" y="5524500"/>
            <a:ext cx="190500" cy="66675"/>
          </a:xfrm>
          <a:prstGeom prst="rect">
            <a:avLst/>
          </a:prstGeom>
          <a:solidFill>
            <a:srgbClr val="EAF4FF"/>
          </a:solidFill>
          <a:ln w="7620">
            <a:solidFill>
              <a:srgbClr val="2E78B7"/>
            </a:solidFill>
            <a:prstDash val="solid"/>
          </a:ln>
        </p:spPr>
      </p:sp>
      <p:sp>
        <p:nvSpPr>
          <p:cNvPr id="295" name="step17-folder-1">
            <a:extLst>
              <a:ext uri="{FF2B5EF4-FFF2-40B4-BE49-F238E27FC236}">
                <a16:creationId xmlns:a16="http://schemas.microsoft.com/office/drawing/2014/main" id="{2682F1EC-3216-4227-BD4C-0B96EF31F44D}"/>
              </a:ext>
            </a:extLst>
          </p:cNvPr>
          <p:cNvSpPr>
            <a:spLocks noGrp="1"/>
          </p:cNvSpPr>
          <p:nvPr/>
        </p:nvSpPr>
        <p:spPr>
          <a:xfrm>
            <a:off x="8905875" y="5591175"/>
            <a:ext cx="371475" cy="209550"/>
          </a:xfrm>
          <a:prstGeom prst="roundRect">
            <a:avLst>
              <a:gd name="adj" fmla="val 13636"/>
            </a:avLst>
          </a:prstGeom>
          <a:solidFill>
            <a:srgbClr val="EAF4FF"/>
          </a:solidFill>
          <a:ln w="7620">
            <a:solidFill>
              <a:srgbClr val="2E78B7"/>
            </a:solidFill>
            <a:prstDash val="solid"/>
          </a:ln>
        </p:spPr>
      </p:sp>
      <p:sp>
        <p:nvSpPr>
          <p:cNvPr id="296" name="step17-folder-2-tab">
            <a:extLst>
              <a:ext uri="{FF2B5EF4-FFF2-40B4-BE49-F238E27FC236}">
                <a16:creationId xmlns:a16="http://schemas.microsoft.com/office/drawing/2014/main" id="{4BEFF6F9-6E3E-49BE-B930-6ACA62086C37}"/>
              </a:ext>
            </a:extLst>
          </p:cNvPr>
          <p:cNvSpPr>
            <a:spLocks noGrp="1"/>
          </p:cNvSpPr>
          <p:nvPr/>
        </p:nvSpPr>
        <p:spPr>
          <a:xfrm>
            <a:off x="9115425" y="5619750"/>
            <a:ext cx="190500" cy="66675"/>
          </a:xfrm>
          <a:prstGeom prst="rect">
            <a:avLst/>
          </a:prstGeom>
          <a:solidFill>
            <a:srgbClr val="EAF4FF"/>
          </a:solidFill>
          <a:ln w="7620">
            <a:solidFill>
              <a:srgbClr val="2E78B7"/>
            </a:solidFill>
            <a:prstDash val="solid"/>
          </a:ln>
        </p:spPr>
      </p:sp>
      <p:sp>
        <p:nvSpPr>
          <p:cNvPr id="297" name="step17-folder-2">
            <a:extLst>
              <a:ext uri="{FF2B5EF4-FFF2-40B4-BE49-F238E27FC236}">
                <a16:creationId xmlns:a16="http://schemas.microsoft.com/office/drawing/2014/main" id="{6BEAD953-2733-443E-B2DF-C3C4E42005D3}"/>
              </a:ext>
            </a:extLst>
          </p:cNvPr>
          <p:cNvSpPr>
            <a:spLocks noGrp="1"/>
          </p:cNvSpPr>
          <p:nvPr/>
        </p:nvSpPr>
        <p:spPr>
          <a:xfrm>
            <a:off x="9096375" y="5686425"/>
            <a:ext cx="371475" cy="209550"/>
          </a:xfrm>
          <a:prstGeom prst="roundRect">
            <a:avLst>
              <a:gd name="adj" fmla="val 13636"/>
            </a:avLst>
          </a:prstGeom>
          <a:solidFill>
            <a:srgbClr val="EAF4FF"/>
          </a:solidFill>
          <a:ln w="7620">
            <a:solidFill>
              <a:srgbClr val="2E78B7"/>
            </a:solidFill>
            <a:prstDash val="solid"/>
          </a:ln>
        </p:spPr>
      </p:sp>
      <p:sp>
        <p:nvSpPr>
          <p:cNvPr id="298" name="step17-xtrial-arrow">
            <a:extLst>
              <a:ext uri="{FF2B5EF4-FFF2-40B4-BE49-F238E27FC236}">
                <a16:creationId xmlns:a16="http://schemas.microsoft.com/office/drawing/2014/main" id="{F5B4D95D-8E84-4909-8D9A-81DE0A1861EA}"/>
              </a:ext>
            </a:extLst>
          </p:cNvPr>
          <p:cNvSpPr>
            <a:spLocks noGrp="1"/>
          </p:cNvSpPr>
          <p:nvPr/>
        </p:nvSpPr>
        <p:spPr>
          <a:xfrm>
            <a:off x="9334500" y="5648325"/>
            <a:ext cx="190500" cy="76200"/>
          </a:xfrm>
          <a:prstGeom prst="rightArrow">
            <a:avLst/>
          </a:prstGeom>
          <a:solidFill>
            <a:srgbClr val="263B4A"/>
          </a:solidFill>
          <a:ln w="0">
            <a:solidFill>
              <a:srgbClr val="263B4A"/>
            </a:solidFill>
            <a:prstDash val="solid"/>
          </a:ln>
        </p:spPr>
      </p:sp>
      <p:sp>
        <p:nvSpPr>
          <p:cNvPr id="299" name="step17-bigtable">
            <a:extLst>
              <a:ext uri="{FF2B5EF4-FFF2-40B4-BE49-F238E27FC236}">
                <a16:creationId xmlns:a16="http://schemas.microsoft.com/office/drawing/2014/main" id="{AE622F85-BAF5-4A85-B34C-3022E833C382}"/>
              </a:ext>
            </a:extLst>
          </p:cNvPr>
          <p:cNvSpPr>
            <a:spLocks noGrp="1"/>
          </p:cNvSpPr>
          <p:nvPr/>
        </p:nvSpPr>
        <p:spPr>
          <a:xfrm>
            <a:off x="8877300" y="5905500"/>
            <a:ext cx="68580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2D8C57"/>
            </a:solidFill>
            <a:prstDash val="solid"/>
          </a:ln>
        </p:spPr>
      </p:sp>
      <p:sp>
        <p:nvSpPr>
          <p:cNvPr id="300" name="step17-bigtable-r-1">
            <a:extLst>
              <a:ext uri="{FF2B5EF4-FFF2-40B4-BE49-F238E27FC236}">
                <a16:creationId xmlns:a16="http://schemas.microsoft.com/office/drawing/2014/main" id="{1767E098-A340-4E30-9038-2476784F26F7}"/>
              </a:ext>
            </a:extLst>
          </p:cNvPr>
          <p:cNvSpPr>
            <a:spLocks noGrp="1"/>
          </p:cNvSpPr>
          <p:nvPr/>
        </p:nvSpPr>
        <p:spPr>
          <a:xfrm>
            <a:off x="8877300" y="5972175"/>
            <a:ext cx="685800" cy="953"/>
          </a:xfrm>
          <a:prstGeom prst="line">
            <a:avLst/>
          </a:prstGeom>
          <a:noFill/>
          <a:ln w="6668">
            <a:solidFill>
              <a:srgbClr val="D6DEE5"/>
            </a:solidFill>
            <a:prstDash val="solid"/>
          </a:ln>
        </p:spPr>
      </p:sp>
      <p:sp>
        <p:nvSpPr>
          <p:cNvPr id="301" name="step17-bigtable-r-2">
            <a:extLst>
              <a:ext uri="{FF2B5EF4-FFF2-40B4-BE49-F238E27FC236}">
                <a16:creationId xmlns:a16="http://schemas.microsoft.com/office/drawing/2014/main" id="{7FCF335F-C22F-49A3-98B4-33FA8D84F226}"/>
              </a:ext>
            </a:extLst>
          </p:cNvPr>
          <p:cNvSpPr>
            <a:spLocks noGrp="1"/>
          </p:cNvSpPr>
          <p:nvPr/>
        </p:nvSpPr>
        <p:spPr>
          <a:xfrm>
            <a:off x="8877300" y="6038850"/>
            <a:ext cx="685800" cy="953"/>
          </a:xfrm>
          <a:prstGeom prst="line">
            <a:avLst/>
          </a:prstGeom>
          <a:noFill/>
          <a:ln w="6668">
            <a:solidFill>
              <a:srgbClr val="D6DEE5"/>
            </a:solidFill>
            <a:prstDash val="solid"/>
          </a:ln>
        </p:spPr>
      </p:sp>
      <p:sp>
        <p:nvSpPr>
          <p:cNvPr id="302" name="step17-summary">
            <a:extLst>
              <a:ext uri="{FF2B5EF4-FFF2-40B4-BE49-F238E27FC236}">
                <a16:creationId xmlns:a16="http://schemas.microsoft.com/office/drawing/2014/main" id="{3B19028B-B28D-4200-8AF8-9888E6A0C700}"/>
              </a:ext>
            </a:extLst>
          </p:cNvPr>
          <p:cNvSpPr>
            <a:spLocks noGrp="1"/>
          </p:cNvSpPr>
          <p:nvPr/>
        </p:nvSpPr>
        <p:spPr>
          <a:xfrm>
            <a:off x="8686800" y="6134100"/>
            <a:ext cx="9144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570" b="0">
                <a:solidFill>
                  <a:srgbClr val="5E6B76"/>
                </a:solidFill>
                <a:latin typeface="Arial"/>
                <a:ea typeface="Arial"/>
                <a:cs typeface="Arial"/>
              </a:defRPr>
            </a:pPr>
            <a:r>
              <a:rPr sz="570" b="0">
                <a:solidFill>
                  <a:srgbClr val="5E6B76"/>
                </a:solidFill>
                <a:latin typeface="Arial"/>
                <a:ea typeface="Arial"/>
                <a:cs typeface="Arial"/>
              </a:rPr>
              <a:t>trial tables + summary plots</a:t>
            </a:r>
          </a:p>
        </p:txBody>
      </p:sp>
      <p:sp>
        <p:nvSpPr>
          <p:cNvPr id="304" name="step18-browserbar">
            <a:extLst>
              <a:ext uri="{FF2B5EF4-FFF2-40B4-BE49-F238E27FC236}">
                <a16:creationId xmlns:a16="http://schemas.microsoft.com/office/drawing/2014/main" id="{8E9CD6F0-0D3E-47C7-ADCA-C1E303F6F1BB}"/>
              </a:ext>
            </a:extLst>
          </p:cNvPr>
          <p:cNvSpPr>
            <a:spLocks noGrp="1"/>
          </p:cNvSpPr>
          <p:nvPr/>
        </p:nvSpPr>
        <p:spPr>
          <a:xfrm>
            <a:off x="9982200" y="5381625"/>
            <a:ext cx="990600" cy="123825"/>
          </a:xfrm>
          <a:prstGeom prst="roundRect">
            <a:avLst>
              <a:gd name="adj" fmla="val 50000"/>
            </a:avLst>
          </a:prstGeom>
          <a:solidFill>
            <a:srgbClr val="E9F8EF"/>
          </a:solidFill>
          <a:ln w="0">
            <a:solidFill>
              <a:srgbClr val="2D8C57"/>
            </a:solidFill>
            <a:prstDash val="solid"/>
          </a:ln>
        </p:spPr>
      </p:sp>
      <p:sp>
        <p:nvSpPr>
          <p:cNvPr id="303" name="step18-browser">
            <a:extLst>
              <a:ext uri="{FF2B5EF4-FFF2-40B4-BE49-F238E27FC236}">
                <a16:creationId xmlns:a16="http://schemas.microsoft.com/office/drawing/2014/main" id="{727DE9F8-18F3-4B5F-A899-C85157846551}"/>
              </a:ext>
            </a:extLst>
          </p:cNvPr>
          <p:cNvSpPr>
            <a:spLocks noGrp="1"/>
          </p:cNvSpPr>
          <p:nvPr/>
        </p:nvSpPr>
        <p:spPr>
          <a:xfrm>
            <a:off x="9982200" y="5381625"/>
            <a:ext cx="990600" cy="685800"/>
          </a:xfrm>
          <a:prstGeom prst="roundRect">
            <a:avLst>
              <a:gd name="adj" fmla="val 6944"/>
            </a:avLst>
          </a:prstGeom>
          <a:noFill/>
          <a:ln w="11430">
            <a:solidFill>
              <a:srgbClr val="2D8C57"/>
            </a:solidFill>
            <a:prstDash val="solid"/>
          </a:ln>
        </p:spPr>
      </p:sp>
      <p:sp>
        <p:nvSpPr>
          <p:cNvPr id="305" name="step18-dot-0">
            <a:extLst>
              <a:ext uri="{FF2B5EF4-FFF2-40B4-BE49-F238E27FC236}">
                <a16:creationId xmlns:a16="http://schemas.microsoft.com/office/drawing/2014/main" id="{01764ED3-D6C4-4CEA-A87D-6195C0CBF650}"/>
              </a:ext>
            </a:extLst>
          </p:cNvPr>
          <p:cNvSpPr>
            <a:spLocks noGrp="1"/>
          </p:cNvSpPr>
          <p:nvPr/>
        </p:nvSpPr>
        <p:spPr>
          <a:xfrm>
            <a:off x="10058400" y="5429250"/>
            <a:ext cx="38100" cy="38100"/>
          </a:xfrm>
          <a:prstGeom prst="ellipse">
            <a:avLst/>
          </a:prstGeom>
          <a:solidFill>
            <a:srgbClr val="D94B4B"/>
          </a:solidFill>
          <a:ln w="0">
            <a:noFill/>
            <a:prstDash val="solid"/>
          </a:ln>
        </p:spPr>
      </p:sp>
      <p:sp>
        <p:nvSpPr>
          <p:cNvPr id="306" name="step18-dot-1">
            <a:extLst>
              <a:ext uri="{FF2B5EF4-FFF2-40B4-BE49-F238E27FC236}">
                <a16:creationId xmlns:a16="http://schemas.microsoft.com/office/drawing/2014/main" id="{F5063A7F-6287-4DBA-BBEA-61F942827039}"/>
              </a:ext>
            </a:extLst>
          </p:cNvPr>
          <p:cNvSpPr>
            <a:spLocks noGrp="1"/>
          </p:cNvSpPr>
          <p:nvPr/>
        </p:nvSpPr>
        <p:spPr>
          <a:xfrm>
            <a:off x="10134600" y="5429250"/>
            <a:ext cx="38100" cy="38100"/>
          </a:xfrm>
          <a:prstGeom prst="ellipse">
            <a:avLst/>
          </a:prstGeom>
          <a:solidFill>
            <a:srgbClr val="F7B955"/>
          </a:solidFill>
          <a:ln w="0">
            <a:noFill/>
            <a:prstDash val="solid"/>
          </a:ln>
        </p:spPr>
      </p:sp>
      <p:sp>
        <p:nvSpPr>
          <p:cNvPr id="307" name="step18-dot-2">
            <a:extLst>
              <a:ext uri="{FF2B5EF4-FFF2-40B4-BE49-F238E27FC236}">
                <a16:creationId xmlns:a16="http://schemas.microsoft.com/office/drawing/2014/main" id="{84145805-5434-4EFD-9DE5-8559B40EB0F3}"/>
              </a:ext>
            </a:extLst>
          </p:cNvPr>
          <p:cNvSpPr>
            <a:spLocks noGrp="1"/>
          </p:cNvSpPr>
          <p:nvPr/>
        </p:nvSpPr>
        <p:spPr>
          <a:xfrm>
            <a:off x="10210800" y="5429250"/>
            <a:ext cx="38100" cy="38100"/>
          </a:xfrm>
          <a:prstGeom prst="ellipse">
            <a:avLst/>
          </a:prstGeom>
          <a:solidFill>
            <a:srgbClr val="2D8C57"/>
          </a:solidFill>
          <a:ln w="0">
            <a:noFill/>
            <a:prstDash val="solid"/>
          </a:ln>
        </p:spPr>
      </p:sp>
      <p:sp>
        <p:nvSpPr>
          <p:cNvPr id="308" name="step18-plot">
            <a:extLst>
              <a:ext uri="{FF2B5EF4-FFF2-40B4-BE49-F238E27FC236}">
                <a16:creationId xmlns:a16="http://schemas.microsoft.com/office/drawing/2014/main" id="{D701553B-EA17-4F83-9412-80DF67706DB6}"/>
              </a:ext>
            </a:extLst>
          </p:cNvPr>
          <p:cNvSpPr>
            <a:spLocks noGrp="1"/>
          </p:cNvSpPr>
          <p:nvPr/>
        </p:nvSpPr>
        <p:spPr>
          <a:xfrm>
            <a:off x="10077450" y="5600700"/>
            <a:ext cx="333375" cy="190500"/>
          </a:xfrm>
          <a:prstGeom prst="rect">
            <a:avLst/>
          </a:prstGeom>
          <a:solidFill>
            <a:srgbClr val="F8FBFF"/>
          </a:solidFill>
          <a:ln w="7620">
            <a:solidFill>
              <a:srgbClr val="2E78B7"/>
            </a:solidFill>
            <a:prstDash val="solid"/>
          </a:ln>
        </p:spPr>
      </p:sp>
      <p:sp>
        <p:nvSpPr>
          <p:cNvPr id="309" name="step18-plotline-0">
            <a:extLst>
              <a:ext uri="{FF2B5EF4-FFF2-40B4-BE49-F238E27FC236}">
                <a16:creationId xmlns:a16="http://schemas.microsoft.com/office/drawing/2014/main" id="{505E75AD-DA46-4948-8E59-2259A3514E3C}"/>
              </a:ext>
            </a:extLst>
          </p:cNvPr>
          <p:cNvSpPr>
            <a:spLocks noGrp="1"/>
          </p:cNvSpPr>
          <p:nvPr/>
        </p:nvSpPr>
        <p:spPr>
          <a:xfrm flipV="1">
            <a:off x="10106025" y="5657850"/>
            <a:ext cx="76200" cy="85725"/>
          </a:xfrm>
          <a:prstGeom prst="line">
            <a:avLst/>
          </a:prstGeom>
          <a:noFill/>
          <a:ln w="9525">
            <a:solidFill>
              <a:srgbClr val="2E78B7"/>
            </a:solidFill>
            <a:prstDash val="solid"/>
          </a:ln>
        </p:spPr>
      </p:sp>
      <p:sp>
        <p:nvSpPr>
          <p:cNvPr id="310" name="step18-plotline-1">
            <a:extLst>
              <a:ext uri="{FF2B5EF4-FFF2-40B4-BE49-F238E27FC236}">
                <a16:creationId xmlns:a16="http://schemas.microsoft.com/office/drawing/2014/main" id="{0C8A3292-00BA-4D06-B516-A680A3912391}"/>
              </a:ext>
            </a:extLst>
          </p:cNvPr>
          <p:cNvSpPr>
            <a:spLocks noGrp="1"/>
          </p:cNvSpPr>
          <p:nvPr/>
        </p:nvSpPr>
        <p:spPr>
          <a:xfrm>
            <a:off x="10182225" y="5657850"/>
            <a:ext cx="95250" cy="66675"/>
          </a:xfrm>
          <a:prstGeom prst="line">
            <a:avLst/>
          </a:prstGeom>
          <a:noFill/>
          <a:ln w="9525">
            <a:solidFill>
              <a:srgbClr val="2E78B7"/>
            </a:solidFill>
            <a:prstDash val="solid"/>
          </a:ln>
        </p:spPr>
      </p:sp>
      <p:sp>
        <p:nvSpPr>
          <p:cNvPr id="311" name="step18-plotline-2">
            <a:extLst>
              <a:ext uri="{FF2B5EF4-FFF2-40B4-BE49-F238E27FC236}">
                <a16:creationId xmlns:a16="http://schemas.microsoft.com/office/drawing/2014/main" id="{9A9C74AB-B528-4E28-A1E8-4FC0C5E87C11}"/>
              </a:ext>
            </a:extLst>
          </p:cNvPr>
          <p:cNvSpPr>
            <a:spLocks noGrp="1"/>
          </p:cNvSpPr>
          <p:nvPr/>
        </p:nvSpPr>
        <p:spPr>
          <a:xfrm flipV="1">
            <a:off x="10277475" y="5619750"/>
            <a:ext cx="95250" cy="104775"/>
          </a:xfrm>
          <a:prstGeom prst="line">
            <a:avLst/>
          </a:prstGeom>
          <a:noFill/>
          <a:ln w="9525">
            <a:solidFill>
              <a:srgbClr val="2E78B7"/>
            </a:solidFill>
            <a:prstDash val="solid"/>
          </a:ln>
        </p:spPr>
      </p:sp>
      <p:sp>
        <p:nvSpPr>
          <p:cNvPr id="312" name="step18-table">
            <a:extLst>
              <a:ext uri="{FF2B5EF4-FFF2-40B4-BE49-F238E27FC236}">
                <a16:creationId xmlns:a16="http://schemas.microsoft.com/office/drawing/2014/main" id="{772F96CA-6038-44B2-AECC-91D466A32C0B}"/>
              </a:ext>
            </a:extLst>
          </p:cNvPr>
          <p:cNvSpPr>
            <a:spLocks noGrp="1"/>
          </p:cNvSpPr>
          <p:nvPr/>
        </p:nvSpPr>
        <p:spPr>
          <a:xfrm>
            <a:off x="10487025" y="5591175"/>
            <a:ext cx="371475" cy="200025"/>
          </a:xfrm>
          <a:prstGeom prst="rect">
            <a:avLst/>
          </a:prstGeom>
          <a:solidFill>
            <a:srgbClr val="FFFDF8"/>
          </a:solidFill>
          <a:ln w="7620">
            <a:solidFill>
              <a:srgbClr val="F7B955"/>
            </a:solidFill>
            <a:prstDash val="solid"/>
          </a:ln>
        </p:spPr>
      </p:sp>
      <p:sp>
        <p:nvSpPr>
          <p:cNvPr id="313" name="step18-qc">
            <a:extLst>
              <a:ext uri="{FF2B5EF4-FFF2-40B4-BE49-F238E27FC236}">
                <a16:creationId xmlns:a16="http://schemas.microsoft.com/office/drawing/2014/main" id="{7DA8FBC8-B398-4B9C-A3BC-BCCFB8E4EF34}"/>
              </a:ext>
            </a:extLst>
          </p:cNvPr>
          <p:cNvSpPr>
            <a:spLocks noGrp="1"/>
          </p:cNvSpPr>
          <p:nvPr/>
        </p:nvSpPr>
        <p:spPr>
          <a:xfrm>
            <a:off x="10077450" y="5867400"/>
            <a:ext cx="781050" cy="95250"/>
          </a:xfrm>
          <a:prstGeom prst="rect">
            <a:avLst/>
          </a:prstGeom>
          <a:solidFill>
            <a:srgbClr val="E9F8EF"/>
          </a:solidFill>
          <a:ln w="7620">
            <a:solidFill>
              <a:srgbClr val="2D8C57"/>
            </a:solidFill>
            <a:prstDash val="solid"/>
          </a:ln>
        </p:spPr>
      </p:sp>
      <p:sp>
        <p:nvSpPr>
          <p:cNvPr id="314" name="step18-html-label">
            <a:extLst>
              <a:ext uri="{FF2B5EF4-FFF2-40B4-BE49-F238E27FC236}">
                <a16:creationId xmlns:a16="http://schemas.microsoft.com/office/drawing/2014/main" id="{36EF5EE4-650D-44CA-B0B5-D670E5A603CD}"/>
              </a:ext>
            </a:extLst>
          </p:cNvPr>
          <p:cNvSpPr>
            <a:spLocks noGrp="1"/>
          </p:cNvSpPr>
          <p:nvPr/>
        </p:nvSpPr>
        <p:spPr>
          <a:xfrm>
            <a:off x="9982200" y="6096000"/>
            <a:ext cx="9906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540" b="0">
                <a:solidFill>
                  <a:srgbClr val="5E6B76"/>
                </a:solidFill>
                <a:latin typeface="Arial"/>
                <a:ea typeface="Arial"/>
                <a:cs typeface="Arial"/>
              </a:defRPr>
            </a:pPr>
            <a:r>
              <a:rPr sz="540" b="0">
                <a:solidFill>
                  <a:srgbClr val="5E6B76"/>
                </a:solidFill>
                <a:latin typeface="Arial"/>
                <a:ea typeface="Arial"/>
                <a:cs typeface="Arial"/>
              </a:rPr>
              <a:t>plots | tables | QC | summary</a:t>
            </a:r>
          </a:p>
        </p:txBody>
      </p:sp>
      <p:sp>
        <p:nvSpPr>
          <p:cNvPr id="315" name="footer-note">
            <a:extLst>
              <a:ext uri="{FF2B5EF4-FFF2-40B4-BE49-F238E27FC236}">
                <a16:creationId xmlns:a16="http://schemas.microsoft.com/office/drawing/2014/main" id="{2A15AADB-8BC4-4900-857D-A107166D071B}"/>
              </a:ext>
            </a:extLst>
          </p:cNvPr>
          <p:cNvSpPr>
            <a:spLocks noGrp="1"/>
          </p:cNvSpPr>
          <p:nvPr/>
        </p:nvSpPr>
        <p:spPr>
          <a:xfrm>
            <a:off x="381000" y="6572250"/>
            <a:ext cx="1133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l">
              <a:defRPr sz="750" b="0">
                <a:solidFill>
                  <a:srgbClr val="5E6B7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E6B76"/>
                </a:solidFill>
                <a:latin typeface="Arial"/>
                <a:ea typeface="Arial"/>
                <a:cs typeface="Arial"/>
              </a:rPr>
              <a:t>Design rule: automatic ROI detection supplies candidates; manual curation is the only final ROI decision; 06 re-extracts fluorescence from the motion-corrected movie.</a:t>
            </a:r>
          </a:p>
        </p:txBody>
      </p:sp>
      <p:sp>
        <p:nvSpPr>
          <p:cNvPr id="19" name="step05-suite2p">
            <a:extLst>
              <a:ext uri="{FF2B5EF4-FFF2-40B4-BE49-F238E27FC236}">
                <a16:creationId xmlns:a16="http://schemas.microsoft.com/office/drawing/2014/main" id="{69A05F98-5058-B1B2-29B5-6DAEF28D0FF4}"/>
              </a:ext>
            </a:extLst>
          </p:cNvPr>
          <p:cNvSpPr>
            <a:spLocks noGrp="1"/>
          </p:cNvSpPr>
          <p:nvPr/>
        </p:nvSpPr>
        <p:spPr>
          <a:xfrm>
            <a:off x="7124700" y="1162050"/>
            <a:ext cx="495300" cy="190500"/>
          </a:xfrm>
          <a:prstGeom prst="roundRect">
            <a:avLst>
              <a:gd name="adj" fmla="val 20000"/>
            </a:avLst>
          </a:prstGeom>
          <a:solidFill>
            <a:srgbClr val="EDF4FB"/>
          </a:solidFill>
          <a:ln w="9525">
            <a:solidFill>
              <a:srgbClr val="2E78B7"/>
            </a:solidFill>
            <a:prstDash val="solid"/>
          </a:ln>
        </p:spPr>
      </p:sp>
      <p:sp>
        <p:nvSpPr>
          <p:cNvPr id="38" name="step05-suite2ptext">
            <a:extLst>
              <a:ext uri="{FF2B5EF4-FFF2-40B4-BE49-F238E27FC236}">
                <a16:creationId xmlns:a16="http://schemas.microsoft.com/office/drawing/2014/main" id="{751F2378-A7A2-BC17-32BA-DCE0C0B475C8}"/>
              </a:ext>
            </a:extLst>
          </p:cNvPr>
          <p:cNvSpPr>
            <a:spLocks noGrp="1"/>
          </p:cNvSpPr>
          <p:nvPr/>
        </p:nvSpPr>
        <p:spPr>
          <a:xfrm>
            <a:off x="7124700" y="1193800"/>
            <a:ext cx="4953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/>
          <a:lstStyle/>
          <a:p>
            <a:pPr algn="ctr">
              <a:defRPr sz="638" b="1">
                <a:solidFill>
                  <a:srgbClr val="2E78B7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638" b="1" dirty="0" err="1">
                <a:solidFill>
                  <a:srgbClr val="2E78B7"/>
                </a:solidFill>
                <a:latin typeface="Arial"/>
                <a:ea typeface="Arial"/>
                <a:cs typeface="Arial"/>
              </a:rPr>
              <a:t>CaImAn</a:t>
            </a:r>
            <a:endParaRPr sz="638" b="1" dirty="0">
              <a:solidFill>
                <a:srgbClr val="2E78B7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2492330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218</Words>
  <Application>Microsoft Macintosh PowerPoint</Application>
  <DocSecurity>0</DocSecurity>
  <PresentationFormat>宽屏</PresentationFormat>
  <Paragraphs>64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轶菲 丁</cp:lastModifiedBy>
  <cp:revision>6</cp:revision>
  <dcterms:created xsi:type="dcterms:W3CDTF">2026-06-24T21:13:47Z</dcterms:created>
  <dcterms:modified xsi:type="dcterms:W3CDTF">2026-06-24T21:24:37Z</dcterms:modified>
</cp:coreProperties>
</file>